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2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4" r:id="rId2"/>
    <p:sldMasterId id="2147483728" r:id="rId3"/>
  </p:sldMasterIdLst>
  <p:notesMasterIdLst>
    <p:notesMasterId r:id="rId14"/>
  </p:notesMasterIdLst>
  <p:sldIdLst>
    <p:sldId id="257" r:id="rId4"/>
    <p:sldId id="275" r:id="rId5"/>
    <p:sldId id="259" r:id="rId6"/>
    <p:sldId id="260" r:id="rId7"/>
    <p:sldId id="258" r:id="rId8"/>
    <p:sldId id="262" r:id="rId9"/>
    <p:sldId id="263" r:id="rId10"/>
    <p:sldId id="264" r:id="rId11"/>
    <p:sldId id="268" r:id="rId12"/>
    <p:sldId id="27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660"/>
  </p:normalViewPr>
  <p:slideViewPr>
    <p:cSldViewPr snapToGrid="0">
      <p:cViewPr varScale="1">
        <p:scale>
          <a:sx n="64" d="100"/>
          <a:sy n="64" d="100"/>
        </p:scale>
        <p:origin x="6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8314FC-20C5-42DA-839D-BA0FCCF58BCE}" type="datetimeFigureOut">
              <a:rPr lang="en-US" smtClean="0"/>
              <a:t>3/18/2026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060AE0-EFDF-4FCF-9BE8-8B47283CF2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377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0" name="Google Shape;1620;g22f89187e4e_0_22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1" name="Google Shape;1621;g22f89187e4e_0_22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3554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22f89187e4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22f89187e4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8449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22f89187e4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22f89187e4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7805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5" name="Google Shape;1735;g22f89187e4e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6" name="Google Shape;1736;g22f89187e4e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48442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609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20868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6329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26168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6" name="Google Shape;1726;g131d68b759a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7" name="Google Shape;1727;g131d68b759a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6470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9" name="Google Shape;2559;g238dfbb53c3_0_85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0" name="Google Shape;2560;g238dfbb53c3_0_85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6761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2.xml"/><Relationship Id="rId4" Type="http://schemas.openxmlformats.org/officeDocument/2006/relationships/hyperlink" Target="https://freepik.com/" TargetMode="Externa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3" Type="http://schemas.openxmlformats.org/officeDocument/2006/relationships/hyperlink" Target="https://flaticon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3.xml"/><Relationship Id="rId4" Type="http://schemas.openxmlformats.org/officeDocument/2006/relationships/hyperlink" Target="https://freepik.com/" TargetMode="Externa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62233" y="2311433"/>
            <a:ext cx="5614800" cy="18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5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62233" y="4310833"/>
            <a:ext cx="56148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487700" y="5956993"/>
            <a:ext cx="3436213" cy="3518092"/>
            <a:chOff x="-1115775" y="4467744"/>
            <a:chExt cx="2577160" cy="2638569"/>
          </a:xfrm>
        </p:grpSpPr>
        <p:sp>
          <p:nvSpPr>
            <p:cNvPr id="12" name="Google Shape;12;p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7980768" y="5894434"/>
            <a:ext cx="3659033" cy="3637017"/>
            <a:chOff x="5985575" y="4420825"/>
            <a:chExt cx="2744275" cy="2727763"/>
          </a:xfrm>
        </p:grpSpPr>
        <p:sp>
          <p:nvSpPr>
            <p:cNvPr id="29" name="Google Shape;29;p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736066" y="1684329"/>
                <a:ext cx="1122388" cy="1100964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800052" y="1767251"/>
                <a:ext cx="1142033" cy="1118596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946313" y="1863204"/>
                <a:ext cx="1065738" cy="106835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1500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1334967" y="2930967"/>
            <a:ext cx="3966000" cy="2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 idx="2" hasCustomPrompt="1"/>
          </p:nvPr>
        </p:nvSpPr>
        <p:spPr>
          <a:xfrm>
            <a:off x="1334967" y="1509233"/>
            <a:ext cx="14348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grpSp>
        <p:nvGrpSpPr>
          <p:cNvPr id="48" name="Google Shape;48;p3"/>
          <p:cNvGrpSpPr/>
          <p:nvPr/>
        </p:nvGrpSpPr>
        <p:grpSpPr>
          <a:xfrm>
            <a:off x="-1487700" y="5956993"/>
            <a:ext cx="3436213" cy="3518092"/>
            <a:chOff x="-1115775" y="4467744"/>
            <a:chExt cx="2577160" cy="2638569"/>
          </a:xfrm>
        </p:grpSpPr>
        <p:sp>
          <p:nvSpPr>
            <p:cNvPr id="49" name="Google Shape;49;p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0" name="Google Shape;50;p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719252" y="1684329"/>
                <a:ext cx="1139072" cy="11362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83238" y="1767251"/>
                <a:ext cx="1158914" cy="116296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11210" y="1863204"/>
                <a:ext cx="1100907" cy="10943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5" name="Google Shape;65;p3"/>
          <p:cNvGrpSpPr/>
          <p:nvPr/>
        </p:nvGrpSpPr>
        <p:grpSpPr>
          <a:xfrm flipH="1">
            <a:off x="10379992" y="5769978"/>
            <a:ext cx="3659033" cy="3637017"/>
            <a:chOff x="5985575" y="4420825"/>
            <a:chExt cx="2744275" cy="2727763"/>
          </a:xfrm>
        </p:grpSpPr>
        <p:sp>
          <p:nvSpPr>
            <p:cNvPr id="66" name="Google Shape;66;p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7" name="Google Shape;67;p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788430" y="1684323"/>
                <a:ext cx="1070060" cy="107669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852417" y="1767253"/>
                <a:ext cx="1089683" cy="109432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98677" y="1863197"/>
                <a:ext cx="1013358" cy="10075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2" name="Google Shape;82;p3"/>
          <p:cNvGrpSpPr/>
          <p:nvPr/>
        </p:nvGrpSpPr>
        <p:grpSpPr>
          <a:xfrm>
            <a:off x="10501211" y="-2846112"/>
            <a:ext cx="3667491" cy="3655888"/>
            <a:chOff x="2724182" y="-1866850"/>
            <a:chExt cx="2750618" cy="2741916"/>
          </a:xfrm>
        </p:grpSpPr>
        <p:sp>
          <p:nvSpPr>
            <p:cNvPr id="83" name="Google Shape;83;p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4" name="Google Shape;84;p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717240" y="1684321"/>
                <a:ext cx="1141347" cy="115101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790377" y="1767255"/>
                <a:ext cx="1151707" cy="117774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1890925" y="1863197"/>
                <a:ext cx="1121111" cy="113663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2286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"/>
          <p:cNvSpPr txBox="1">
            <a:spLocks noGrp="1"/>
          </p:cNvSpPr>
          <p:nvPr>
            <p:ph type="body" idx="1"/>
          </p:nvPr>
        </p:nvSpPr>
        <p:spPr>
          <a:xfrm>
            <a:off x="1435200" y="1514100"/>
            <a:ext cx="9321600" cy="17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02" name="Google Shape;102;p4"/>
          <p:cNvGrpSpPr/>
          <p:nvPr/>
        </p:nvGrpSpPr>
        <p:grpSpPr>
          <a:xfrm rot="10800000">
            <a:off x="10464538" y="-2668902"/>
            <a:ext cx="3436213" cy="3518092"/>
            <a:chOff x="-1115775" y="4467744"/>
            <a:chExt cx="2577160" cy="2638569"/>
          </a:xfrm>
        </p:grpSpPr>
        <p:sp>
          <p:nvSpPr>
            <p:cNvPr id="103" name="Google Shape;103;p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4" name="Google Shape;104;p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1710202" y="1684324"/>
                <a:ext cx="1148172" cy="113129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755915" y="1767243"/>
                <a:ext cx="1186227" cy="115803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1883883" y="1863199"/>
                <a:ext cx="1128219" cy="1116995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9" name="Google Shape;119;p4"/>
          <p:cNvGrpSpPr/>
          <p:nvPr/>
        </p:nvGrpSpPr>
        <p:grpSpPr>
          <a:xfrm rot="10800000" flipH="1">
            <a:off x="-1708750" y="-2787827"/>
            <a:ext cx="3659033" cy="3637017"/>
            <a:chOff x="5985575" y="4420825"/>
            <a:chExt cx="2744275" cy="2727763"/>
          </a:xfrm>
        </p:grpSpPr>
        <p:sp>
          <p:nvSpPr>
            <p:cNvPr id="120" name="Google Shape;120;p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1" name="Google Shape;121;p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1710155" y="1684324"/>
                <a:ext cx="1148172" cy="114400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819833" y="1767246"/>
                <a:ext cx="1122307" cy="1143432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929532" y="1863199"/>
                <a:ext cx="1082574" cy="109323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01785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ubTitle" idx="1"/>
          </p:nvPr>
        </p:nvSpPr>
        <p:spPr>
          <a:xfrm>
            <a:off x="1798500" y="4326337"/>
            <a:ext cx="3475600" cy="10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ubTitle" idx="2"/>
          </p:nvPr>
        </p:nvSpPr>
        <p:spPr>
          <a:xfrm>
            <a:off x="1798500" y="3750133"/>
            <a:ext cx="3475600" cy="6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subTitle" idx="3"/>
          </p:nvPr>
        </p:nvSpPr>
        <p:spPr>
          <a:xfrm>
            <a:off x="6917900" y="4326337"/>
            <a:ext cx="3475600" cy="10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4"/>
          </p:nvPr>
        </p:nvSpPr>
        <p:spPr>
          <a:xfrm>
            <a:off x="6917900" y="3750133"/>
            <a:ext cx="3475600" cy="6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-2067403" y="5780671"/>
            <a:ext cx="3667491" cy="3655888"/>
            <a:chOff x="2724182" y="-1866850"/>
            <a:chExt cx="2750618" cy="2741916"/>
          </a:xfrm>
        </p:grpSpPr>
        <p:sp>
          <p:nvSpPr>
            <p:cNvPr id="143" name="Google Shape;143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" name="Google Shape;144;p5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" name="Google Shape;159;p5"/>
          <p:cNvGrpSpPr/>
          <p:nvPr/>
        </p:nvGrpSpPr>
        <p:grpSpPr>
          <a:xfrm rot="-5400000">
            <a:off x="-2180903" y="-2851912"/>
            <a:ext cx="3667491" cy="3655888"/>
            <a:chOff x="2724182" y="-1866850"/>
            <a:chExt cx="2750618" cy="2741916"/>
          </a:xfrm>
        </p:grpSpPr>
        <p:sp>
          <p:nvSpPr>
            <p:cNvPr id="160" name="Google Shape;160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6" name="Google Shape;176;p5"/>
          <p:cNvGrpSpPr/>
          <p:nvPr/>
        </p:nvGrpSpPr>
        <p:grpSpPr>
          <a:xfrm flipH="1">
            <a:off x="10033500" y="5955974"/>
            <a:ext cx="3436213" cy="3518092"/>
            <a:chOff x="-1115775" y="4467744"/>
            <a:chExt cx="2577160" cy="2638569"/>
          </a:xfrm>
        </p:grpSpPr>
        <p:sp>
          <p:nvSpPr>
            <p:cNvPr id="177" name="Google Shape;177;p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8" name="Google Shape;178;p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6971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6"/>
          <p:cNvGrpSpPr/>
          <p:nvPr/>
        </p:nvGrpSpPr>
        <p:grpSpPr>
          <a:xfrm rot="10800000">
            <a:off x="10569070" y="-2587075"/>
            <a:ext cx="3436213" cy="3518092"/>
            <a:chOff x="-1115775" y="4467744"/>
            <a:chExt cx="2577160" cy="2638569"/>
          </a:xfrm>
        </p:grpSpPr>
        <p:sp>
          <p:nvSpPr>
            <p:cNvPr id="196" name="Google Shape;196;p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p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1709084" y="1684325"/>
                <a:ext cx="1149310" cy="11654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1773071" y="1767246"/>
                <a:ext cx="1169157" cy="117395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873618" y="1863199"/>
                <a:ext cx="1138508" cy="112354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2" name="Google Shape;212;p6"/>
          <p:cNvGrpSpPr/>
          <p:nvPr/>
        </p:nvGrpSpPr>
        <p:grpSpPr>
          <a:xfrm>
            <a:off x="-1785079" y="5788100"/>
            <a:ext cx="3667491" cy="3655888"/>
            <a:chOff x="2724182" y="-1866850"/>
            <a:chExt cx="2750618" cy="2741916"/>
          </a:xfrm>
        </p:grpSpPr>
        <p:sp>
          <p:nvSpPr>
            <p:cNvPr id="213" name="Google Shape;213;p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4" name="Google Shape;214;p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705784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>
            <a:spLocks noGrp="1"/>
          </p:cNvSpPr>
          <p:nvPr>
            <p:ph type="title"/>
          </p:nvPr>
        </p:nvSpPr>
        <p:spPr>
          <a:xfrm>
            <a:off x="1027284" y="1533733"/>
            <a:ext cx="4248800" cy="21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7"/>
          <p:cNvSpPr txBox="1">
            <a:spLocks noGrp="1"/>
          </p:cNvSpPr>
          <p:nvPr>
            <p:ph type="subTitle" idx="1"/>
          </p:nvPr>
        </p:nvSpPr>
        <p:spPr>
          <a:xfrm>
            <a:off x="1027284" y="3915467"/>
            <a:ext cx="42488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7"/>
          <p:cNvSpPr>
            <a:spLocks noGrp="1"/>
          </p:cNvSpPr>
          <p:nvPr>
            <p:ph type="pic" idx="2"/>
          </p:nvPr>
        </p:nvSpPr>
        <p:spPr>
          <a:xfrm>
            <a:off x="6255067" y="908901"/>
            <a:ext cx="5040400" cy="5040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33" name="Google Shape;233;p7"/>
          <p:cNvGrpSpPr/>
          <p:nvPr/>
        </p:nvGrpSpPr>
        <p:grpSpPr>
          <a:xfrm rot="10800000" flipH="1">
            <a:off x="3103760" y="6144753"/>
            <a:ext cx="3667491" cy="3655888"/>
            <a:chOff x="2724182" y="-1866850"/>
            <a:chExt cx="2750618" cy="2741916"/>
          </a:xfrm>
        </p:grpSpPr>
        <p:sp>
          <p:nvSpPr>
            <p:cNvPr id="234" name="Google Shape;234;p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35" name="Google Shape;235;p7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1748916" y="1684327"/>
                <a:ext cx="1109495" cy="111233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1831191" y="1767249"/>
                <a:ext cx="1110926" cy="111177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1922602" y="1863202"/>
                <a:ext cx="1089496" cy="108893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0" name="Google Shape;250;p7"/>
          <p:cNvGrpSpPr/>
          <p:nvPr/>
        </p:nvGrpSpPr>
        <p:grpSpPr>
          <a:xfrm rot="10800000" flipH="1">
            <a:off x="-1677565" y="-2587075"/>
            <a:ext cx="3436213" cy="3518092"/>
            <a:chOff x="-1115775" y="4467744"/>
            <a:chExt cx="2577160" cy="2638569"/>
          </a:xfrm>
        </p:grpSpPr>
        <p:sp>
          <p:nvSpPr>
            <p:cNvPr id="251" name="Google Shape;251;p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52" name="Google Shape;252;p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1718221" y="1684321"/>
                <a:ext cx="1140209" cy="111271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1763934" y="1767251"/>
                <a:ext cx="1178261" cy="114855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1928468" y="1863204"/>
                <a:ext cx="1083509" cy="109828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7" name="Google Shape;267;p7"/>
          <p:cNvGrpSpPr/>
          <p:nvPr/>
        </p:nvGrpSpPr>
        <p:grpSpPr>
          <a:xfrm rot="10800000">
            <a:off x="10210533" y="-2643442"/>
            <a:ext cx="3659033" cy="3637017"/>
            <a:chOff x="5985575" y="4420825"/>
            <a:chExt cx="2744275" cy="2727763"/>
          </a:xfrm>
        </p:grpSpPr>
        <p:sp>
          <p:nvSpPr>
            <p:cNvPr id="268" name="Google Shape;268;p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9" name="Google Shape;269;p7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1716762" y="1684320"/>
                <a:ext cx="1141726" cy="1127317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1789900" y="1767251"/>
                <a:ext cx="1152276" cy="112674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1881311" y="1863204"/>
                <a:ext cx="1130651" cy="112204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8360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>
            <a:spLocks noGrp="1"/>
          </p:cNvSpPr>
          <p:nvPr>
            <p:ph type="title"/>
          </p:nvPr>
        </p:nvSpPr>
        <p:spPr>
          <a:xfrm>
            <a:off x="2630400" y="1882000"/>
            <a:ext cx="6931200" cy="2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 rot="10800000" flipH="1">
            <a:off x="-2162977" y="-2488545"/>
            <a:ext cx="3659033" cy="3637017"/>
            <a:chOff x="5985575" y="4420825"/>
            <a:chExt cx="2744275" cy="2727763"/>
          </a:xfrm>
        </p:grpSpPr>
        <p:sp>
          <p:nvSpPr>
            <p:cNvPr id="287" name="Google Shape;287;p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88" name="Google Shape;288;p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1700256" y="1684326"/>
                <a:ext cx="1158221" cy="111764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1791667" y="1767247"/>
                <a:ext cx="1150569" cy="113528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1937927" y="1863201"/>
                <a:ext cx="1074156" cy="108500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3" name="Google Shape;303;p8"/>
          <p:cNvGrpSpPr/>
          <p:nvPr/>
        </p:nvGrpSpPr>
        <p:grpSpPr>
          <a:xfrm>
            <a:off x="10675597" y="-2710011"/>
            <a:ext cx="3667491" cy="3655888"/>
            <a:chOff x="2724182" y="-1866850"/>
            <a:chExt cx="2750618" cy="2741916"/>
          </a:xfrm>
        </p:grpSpPr>
        <p:sp>
          <p:nvSpPr>
            <p:cNvPr id="304" name="Google Shape;304;p8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5" name="Google Shape;305;p8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06" name="Google Shape;306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1718544" y="1684326"/>
                <a:ext cx="1139830" cy="112542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1800803" y="1767246"/>
                <a:ext cx="1141274" cy="1143053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1883078" y="1863201"/>
                <a:ext cx="1128967" cy="113850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20" name="Google Shape;320;p8"/>
          <p:cNvGrpSpPr/>
          <p:nvPr/>
        </p:nvGrpSpPr>
        <p:grpSpPr>
          <a:xfrm flipH="1">
            <a:off x="9934282" y="6055193"/>
            <a:ext cx="3436213" cy="3518092"/>
            <a:chOff x="-1115775" y="4467744"/>
            <a:chExt cx="2577160" cy="2638569"/>
          </a:xfrm>
        </p:grpSpPr>
        <p:sp>
          <p:nvSpPr>
            <p:cNvPr id="321" name="Google Shape;321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2" name="Google Shape;322;p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37" name="Google Shape;337;p8"/>
          <p:cNvGrpSpPr/>
          <p:nvPr/>
        </p:nvGrpSpPr>
        <p:grpSpPr>
          <a:xfrm>
            <a:off x="-1244752" y="6055193"/>
            <a:ext cx="3436213" cy="3518092"/>
            <a:chOff x="-1115775" y="4467744"/>
            <a:chExt cx="2577160" cy="2638569"/>
          </a:xfrm>
        </p:grpSpPr>
        <p:sp>
          <p:nvSpPr>
            <p:cNvPr id="338" name="Google Shape;338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9" name="Google Shape;339;p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40" name="Google Shape;340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1808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5702567" y="1818867"/>
            <a:ext cx="5538400" cy="10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356" name="Google Shape;356;p9"/>
          <p:cNvSpPr txBox="1">
            <a:spLocks noGrp="1"/>
          </p:cNvSpPr>
          <p:nvPr>
            <p:ph type="subTitle" idx="1"/>
          </p:nvPr>
        </p:nvSpPr>
        <p:spPr>
          <a:xfrm>
            <a:off x="5702567" y="3073824"/>
            <a:ext cx="5538400" cy="1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357" name="Google Shape;357;p9"/>
          <p:cNvGrpSpPr/>
          <p:nvPr/>
        </p:nvGrpSpPr>
        <p:grpSpPr>
          <a:xfrm rot="5400000" flipH="1">
            <a:off x="10422261" y="-2579462"/>
            <a:ext cx="3548364" cy="3434423"/>
            <a:chOff x="-1199887" y="4530496"/>
            <a:chExt cx="2661273" cy="2575817"/>
          </a:xfrm>
        </p:grpSpPr>
        <p:sp>
          <p:nvSpPr>
            <p:cNvPr id="358" name="Google Shape;358;p9"/>
            <p:cNvSpPr/>
            <p:nvPr/>
          </p:nvSpPr>
          <p:spPr>
            <a:xfrm>
              <a:off x="-1199887" y="4720752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9" name="Google Shape;359;p9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74" name="Google Shape;374;p9"/>
          <p:cNvGrpSpPr/>
          <p:nvPr/>
        </p:nvGrpSpPr>
        <p:grpSpPr>
          <a:xfrm rot="5400000">
            <a:off x="-1666040" y="-2647892"/>
            <a:ext cx="3667491" cy="3655888"/>
            <a:chOff x="2724182" y="-1866850"/>
            <a:chExt cx="2750618" cy="2741916"/>
          </a:xfrm>
        </p:grpSpPr>
        <p:sp>
          <p:nvSpPr>
            <p:cNvPr id="375" name="Google Shape;375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6" name="Google Shape;376;p9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1" name="Google Shape;391;p9"/>
          <p:cNvGrpSpPr/>
          <p:nvPr/>
        </p:nvGrpSpPr>
        <p:grpSpPr>
          <a:xfrm rot="10800000">
            <a:off x="3964579" y="6033385"/>
            <a:ext cx="3667491" cy="3655888"/>
            <a:chOff x="2724182" y="-1866850"/>
            <a:chExt cx="2750618" cy="2741916"/>
          </a:xfrm>
        </p:grpSpPr>
        <p:sp>
          <p:nvSpPr>
            <p:cNvPr id="392" name="Google Shape;392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93" name="Google Shape;393;p9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94" name="Google Shape;394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67605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>
            <a:spLocks noGrp="1"/>
          </p:cNvSpPr>
          <p:nvPr>
            <p:ph type="pic" idx="2"/>
          </p:nvPr>
        </p:nvSpPr>
        <p:spPr>
          <a:xfrm>
            <a:off x="-133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10"/>
          <p:cNvSpPr txBox="1">
            <a:spLocks noGrp="1"/>
          </p:cNvSpPr>
          <p:nvPr>
            <p:ph type="title"/>
          </p:nvPr>
        </p:nvSpPr>
        <p:spPr>
          <a:xfrm>
            <a:off x="5017033" y="4502767"/>
            <a:ext cx="6224000" cy="1642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0253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>
            <a:spLocks noGrp="1"/>
          </p:cNvSpPr>
          <p:nvPr>
            <p:ph type="title" hasCustomPrompt="1"/>
          </p:nvPr>
        </p:nvSpPr>
        <p:spPr>
          <a:xfrm>
            <a:off x="1438400" y="1710577"/>
            <a:ext cx="9315200" cy="22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>
            <a:spLocks noGrp="1"/>
          </p:cNvSpPr>
          <p:nvPr>
            <p:ph type="subTitle" idx="1"/>
          </p:nvPr>
        </p:nvSpPr>
        <p:spPr>
          <a:xfrm>
            <a:off x="1438400" y="4173867"/>
            <a:ext cx="93152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414" name="Google Shape;414;p11"/>
          <p:cNvGrpSpPr/>
          <p:nvPr/>
        </p:nvGrpSpPr>
        <p:grpSpPr>
          <a:xfrm flipH="1">
            <a:off x="4266748" y="6134563"/>
            <a:ext cx="3436213" cy="3518092"/>
            <a:chOff x="-1115775" y="4467744"/>
            <a:chExt cx="2577160" cy="2638569"/>
          </a:xfrm>
        </p:grpSpPr>
        <p:sp>
          <p:nvSpPr>
            <p:cNvPr id="415" name="Google Shape;415;p1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6" name="Google Shape;416;p1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417" name="Google Shape;417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9" name="Google Shape;419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0" name="Google Shape;420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2" name="Google Shape;422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3" name="Google Shape;423;p1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1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31" name="Google Shape;431;p11"/>
          <p:cNvGrpSpPr/>
          <p:nvPr/>
        </p:nvGrpSpPr>
        <p:grpSpPr>
          <a:xfrm>
            <a:off x="10675611" y="-2677645"/>
            <a:ext cx="3667491" cy="3655888"/>
            <a:chOff x="2724182" y="-1866850"/>
            <a:chExt cx="2750618" cy="2741916"/>
          </a:xfrm>
        </p:grpSpPr>
        <p:sp>
          <p:nvSpPr>
            <p:cNvPr id="432" name="Google Shape;432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33" name="Google Shape;433;p1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34" name="Google Shape;434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7" name="Google Shape;437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8" name="Google Shape;438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9" name="Google Shape;439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48" name="Google Shape;448;p11"/>
          <p:cNvGrpSpPr/>
          <p:nvPr/>
        </p:nvGrpSpPr>
        <p:grpSpPr>
          <a:xfrm rot="5400000">
            <a:off x="-1962144" y="-2480845"/>
            <a:ext cx="3667491" cy="3655888"/>
            <a:chOff x="2724182" y="-1866850"/>
            <a:chExt cx="2750618" cy="2741916"/>
          </a:xfrm>
        </p:grpSpPr>
        <p:sp>
          <p:nvSpPr>
            <p:cNvPr id="449" name="Google Shape;449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50" name="Google Shape;450;p1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51829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84531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3"/>
          <p:cNvSpPr txBox="1">
            <a:spLocks noGrp="1"/>
          </p:cNvSpPr>
          <p:nvPr>
            <p:ph type="subTitle" idx="1"/>
          </p:nvPr>
        </p:nvSpPr>
        <p:spPr>
          <a:xfrm>
            <a:off x="2328767" y="2224432"/>
            <a:ext cx="32924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69" name="Google Shape;469;p13"/>
          <p:cNvSpPr txBox="1">
            <a:spLocks noGrp="1"/>
          </p:cNvSpPr>
          <p:nvPr>
            <p:ph type="title" idx="2" hasCustomPrompt="1"/>
          </p:nvPr>
        </p:nvSpPr>
        <p:spPr>
          <a:xfrm>
            <a:off x="1090600" y="2224432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0" name="Google Shape;470;p13"/>
          <p:cNvSpPr txBox="1">
            <a:spLocks noGrp="1"/>
          </p:cNvSpPr>
          <p:nvPr>
            <p:ph type="subTitle" idx="3"/>
          </p:nvPr>
        </p:nvSpPr>
        <p:spPr>
          <a:xfrm>
            <a:off x="2328767" y="4298797"/>
            <a:ext cx="32924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1" name="Google Shape;471;p13"/>
          <p:cNvSpPr txBox="1">
            <a:spLocks noGrp="1"/>
          </p:cNvSpPr>
          <p:nvPr>
            <p:ph type="title" idx="4" hasCustomPrompt="1"/>
          </p:nvPr>
        </p:nvSpPr>
        <p:spPr>
          <a:xfrm>
            <a:off x="1090600" y="4298797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2" name="Google Shape;472;p13"/>
          <p:cNvSpPr txBox="1">
            <a:spLocks noGrp="1"/>
          </p:cNvSpPr>
          <p:nvPr>
            <p:ph type="subTitle" idx="5"/>
          </p:nvPr>
        </p:nvSpPr>
        <p:spPr>
          <a:xfrm>
            <a:off x="7744833" y="2224432"/>
            <a:ext cx="34136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3" name="Google Shape;473;p13"/>
          <p:cNvSpPr txBox="1">
            <a:spLocks noGrp="1"/>
          </p:cNvSpPr>
          <p:nvPr>
            <p:ph type="title" idx="6" hasCustomPrompt="1"/>
          </p:nvPr>
        </p:nvSpPr>
        <p:spPr>
          <a:xfrm>
            <a:off x="6506667" y="2224432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4" name="Google Shape;474;p13"/>
          <p:cNvSpPr txBox="1">
            <a:spLocks noGrp="1"/>
          </p:cNvSpPr>
          <p:nvPr>
            <p:ph type="subTitle" idx="7"/>
          </p:nvPr>
        </p:nvSpPr>
        <p:spPr>
          <a:xfrm>
            <a:off x="7744833" y="4298797"/>
            <a:ext cx="34136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5" name="Google Shape;475;p13"/>
          <p:cNvSpPr txBox="1">
            <a:spLocks noGrp="1"/>
          </p:cNvSpPr>
          <p:nvPr>
            <p:ph type="title" idx="8" hasCustomPrompt="1"/>
          </p:nvPr>
        </p:nvSpPr>
        <p:spPr>
          <a:xfrm>
            <a:off x="6506667" y="4298797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grpSp>
        <p:nvGrpSpPr>
          <p:cNvPr id="476" name="Google Shape;476;p13"/>
          <p:cNvGrpSpPr/>
          <p:nvPr/>
        </p:nvGrpSpPr>
        <p:grpSpPr>
          <a:xfrm>
            <a:off x="-1847023" y="5947230"/>
            <a:ext cx="3659033" cy="3637017"/>
            <a:chOff x="5985575" y="4420825"/>
            <a:chExt cx="2744275" cy="2727763"/>
          </a:xfrm>
        </p:grpSpPr>
        <p:sp>
          <p:nvSpPr>
            <p:cNvPr id="477" name="Google Shape;477;p1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78" name="Google Shape;478;p1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1732963" y="1684323"/>
                <a:ext cx="1125421" cy="109868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1796949" y="1767253"/>
                <a:ext cx="1145258" cy="1143622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1943210" y="1863197"/>
                <a:ext cx="1068918" cy="109342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3" name="Google Shape;493;p13"/>
          <p:cNvGrpSpPr/>
          <p:nvPr/>
        </p:nvGrpSpPr>
        <p:grpSpPr>
          <a:xfrm>
            <a:off x="10501211" y="-2846112"/>
            <a:ext cx="3667491" cy="3655888"/>
            <a:chOff x="2724182" y="-1866850"/>
            <a:chExt cx="2750618" cy="2741916"/>
          </a:xfrm>
        </p:grpSpPr>
        <p:sp>
          <p:nvSpPr>
            <p:cNvPr id="494" name="Google Shape;494;p1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5" name="Google Shape;495;p1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96" name="Google Shape;496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flipH="1">
            <a:off x="10570443" y="5874497"/>
            <a:ext cx="3436213" cy="3518092"/>
            <a:chOff x="-1115775" y="4467744"/>
            <a:chExt cx="2577160" cy="2638569"/>
          </a:xfrm>
        </p:grpSpPr>
        <p:sp>
          <p:nvSpPr>
            <p:cNvPr id="511" name="Google Shape;511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2" name="Google Shape;512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1736082" y="1684323"/>
                <a:ext cx="1122388" cy="112826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1781796" y="1767253"/>
                <a:ext cx="1160432" cy="114570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1891495" y="1863197"/>
                <a:ext cx="1120549" cy="114131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27" name="Google Shape;527;p13"/>
          <p:cNvGrpSpPr/>
          <p:nvPr/>
        </p:nvGrpSpPr>
        <p:grpSpPr>
          <a:xfrm rot="10800000" flipH="1">
            <a:off x="-1521424" y="-2669879"/>
            <a:ext cx="3436213" cy="3518092"/>
            <a:chOff x="-1115775" y="4467744"/>
            <a:chExt cx="2577160" cy="2638569"/>
          </a:xfrm>
        </p:grpSpPr>
        <p:sp>
          <p:nvSpPr>
            <p:cNvPr id="528" name="Google Shape;528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29" name="Google Shape;529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30" name="Google Shape;530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1738076" y="1684323"/>
                <a:ext cx="1120302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1747229" y="1767253"/>
                <a:ext cx="1194952" cy="117490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1866065" y="1863197"/>
                <a:ext cx="1145991" cy="113383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518159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1044200" y="4909633"/>
            <a:ext cx="1010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1044200" y="2632535"/>
            <a:ext cx="10103600" cy="20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9pPr>
          </a:lstStyle>
          <a:p>
            <a:endParaRPr/>
          </a:p>
        </p:txBody>
      </p:sp>
      <p:grpSp>
        <p:nvGrpSpPr>
          <p:cNvPr id="547" name="Google Shape;547;p14"/>
          <p:cNvGrpSpPr/>
          <p:nvPr/>
        </p:nvGrpSpPr>
        <p:grpSpPr>
          <a:xfrm rot="5400000" flipH="1">
            <a:off x="10153545" y="-2434998"/>
            <a:ext cx="3535664" cy="3434423"/>
            <a:chOff x="-1190362" y="4530496"/>
            <a:chExt cx="2651748" cy="2575817"/>
          </a:xfrm>
        </p:grpSpPr>
        <p:sp>
          <p:nvSpPr>
            <p:cNvPr id="548" name="Google Shape;548;p14"/>
            <p:cNvSpPr/>
            <p:nvPr/>
          </p:nvSpPr>
          <p:spPr>
            <a:xfrm>
              <a:off x="-1190362" y="47725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49" name="Google Shape;549;p1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50" name="Google Shape;550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4" name="Google Shape;564;p14"/>
          <p:cNvGrpSpPr/>
          <p:nvPr/>
        </p:nvGrpSpPr>
        <p:grpSpPr>
          <a:xfrm rot="5400000">
            <a:off x="-2059656" y="-2545745"/>
            <a:ext cx="3667491" cy="3655888"/>
            <a:chOff x="2724182" y="-1866850"/>
            <a:chExt cx="2750618" cy="2741916"/>
          </a:xfrm>
        </p:grpSpPr>
        <p:sp>
          <p:nvSpPr>
            <p:cNvPr id="565" name="Google Shape;565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66" name="Google Shape;566;p14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67" name="Google Shape;567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81" name="Google Shape;581;p14"/>
          <p:cNvGrpSpPr/>
          <p:nvPr/>
        </p:nvGrpSpPr>
        <p:grpSpPr>
          <a:xfrm rot="10800000">
            <a:off x="-2186690" y="5995121"/>
            <a:ext cx="3667491" cy="3655888"/>
            <a:chOff x="2724182" y="-1866850"/>
            <a:chExt cx="2750618" cy="2741916"/>
          </a:xfrm>
        </p:grpSpPr>
        <p:sp>
          <p:nvSpPr>
            <p:cNvPr id="582" name="Google Shape;582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83" name="Google Shape;583;p14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84" name="Google Shape;584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5" name="Google Shape;585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17508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5"/>
          <p:cNvSpPr txBox="1">
            <a:spLocks noGrp="1"/>
          </p:cNvSpPr>
          <p:nvPr>
            <p:ph type="title"/>
          </p:nvPr>
        </p:nvSpPr>
        <p:spPr>
          <a:xfrm>
            <a:off x="7275033" y="2829367"/>
            <a:ext cx="3966000" cy="2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600" name="Google Shape;600;p15"/>
          <p:cNvSpPr txBox="1">
            <a:spLocks noGrp="1"/>
          </p:cNvSpPr>
          <p:nvPr>
            <p:ph type="title" idx="2" hasCustomPrompt="1"/>
          </p:nvPr>
        </p:nvSpPr>
        <p:spPr>
          <a:xfrm>
            <a:off x="9806233" y="1407633"/>
            <a:ext cx="14348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grpSp>
        <p:nvGrpSpPr>
          <p:cNvPr id="601" name="Google Shape;601;p15"/>
          <p:cNvGrpSpPr/>
          <p:nvPr/>
        </p:nvGrpSpPr>
        <p:grpSpPr>
          <a:xfrm rot="5400000" flipH="1">
            <a:off x="-1931281" y="5448269"/>
            <a:ext cx="3659033" cy="3637017"/>
            <a:chOff x="5985575" y="4420825"/>
            <a:chExt cx="2744275" cy="2727763"/>
          </a:xfrm>
        </p:grpSpPr>
        <p:sp>
          <p:nvSpPr>
            <p:cNvPr id="602" name="Google Shape;602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03" name="Google Shape;603;p15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04" name="Google Shape;604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5" name="Google Shape;605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6" name="Google Shape;606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7" name="Google Shape;607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8" name="Google Shape;608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9" name="Google Shape;609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0" name="Google Shape;610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1" name="Google Shape;611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2" name="Google Shape;612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3" name="Google Shape;613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5" name="Google Shape;615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6" name="Google Shape;616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7" name="Google Shape;617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18" name="Google Shape;618;p15"/>
          <p:cNvGrpSpPr/>
          <p:nvPr/>
        </p:nvGrpSpPr>
        <p:grpSpPr>
          <a:xfrm rot="5400000" flipH="1">
            <a:off x="10711586" y="5428425"/>
            <a:ext cx="3659033" cy="3637017"/>
            <a:chOff x="5985575" y="4420825"/>
            <a:chExt cx="2744275" cy="2727763"/>
          </a:xfrm>
        </p:grpSpPr>
        <p:sp>
          <p:nvSpPr>
            <p:cNvPr id="619" name="Google Shape;619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20" name="Google Shape;620;p15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35" name="Google Shape;635;p15"/>
          <p:cNvGrpSpPr/>
          <p:nvPr/>
        </p:nvGrpSpPr>
        <p:grpSpPr>
          <a:xfrm rot="10800000">
            <a:off x="4942281" y="-3001974"/>
            <a:ext cx="3436213" cy="3518092"/>
            <a:chOff x="-1115775" y="4467744"/>
            <a:chExt cx="2577160" cy="2638569"/>
          </a:xfrm>
        </p:grpSpPr>
        <p:sp>
          <p:nvSpPr>
            <p:cNvPr id="636" name="Google Shape;636;p1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37" name="Google Shape;637;p1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38" name="Google Shape;638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5" name="Google Shape;645;p1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6" name="Google Shape;646;p1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7" name="Google Shape;647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8" name="Google Shape;648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9" name="Google Shape;649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0" name="Google Shape;650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1" name="Google Shape;651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640262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654" name="Google Shape;654;p16"/>
          <p:cNvSpPr txBox="1">
            <a:spLocks noGrp="1"/>
          </p:cNvSpPr>
          <p:nvPr>
            <p:ph type="subTitle" idx="1"/>
          </p:nvPr>
        </p:nvSpPr>
        <p:spPr>
          <a:xfrm>
            <a:off x="1057133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5" name="Google Shape;655;p16"/>
          <p:cNvSpPr txBox="1">
            <a:spLocks noGrp="1"/>
          </p:cNvSpPr>
          <p:nvPr>
            <p:ph type="title" idx="2" hasCustomPrompt="1"/>
          </p:nvPr>
        </p:nvSpPr>
        <p:spPr>
          <a:xfrm>
            <a:off x="1057133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56" name="Google Shape;656;p16"/>
          <p:cNvSpPr txBox="1">
            <a:spLocks noGrp="1"/>
          </p:cNvSpPr>
          <p:nvPr>
            <p:ph type="subTitle" idx="3"/>
          </p:nvPr>
        </p:nvSpPr>
        <p:spPr>
          <a:xfrm>
            <a:off x="1057133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657" name="Google Shape;657;p16"/>
          <p:cNvSpPr txBox="1">
            <a:spLocks noGrp="1"/>
          </p:cNvSpPr>
          <p:nvPr>
            <p:ph type="subTitle" idx="4"/>
          </p:nvPr>
        </p:nvSpPr>
        <p:spPr>
          <a:xfrm>
            <a:off x="8146833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16"/>
          <p:cNvSpPr txBox="1">
            <a:spLocks noGrp="1"/>
          </p:cNvSpPr>
          <p:nvPr>
            <p:ph type="title" idx="5" hasCustomPrompt="1"/>
          </p:nvPr>
        </p:nvSpPr>
        <p:spPr>
          <a:xfrm>
            <a:off x="8146833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59" name="Google Shape;659;p16"/>
          <p:cNvSpPr txBox="1">
            <a:spLocks noGrp="1"/>
          </p:cNvSpPr>
          <p:nvPr>
            <p:ph type="subTitle" idx="6"/>
          </p:nvPr>
        </p:nvSpPr>
        <p:spPr>
          <a:xfrm>
            <a:off x="8146833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660" name="Google Shape;660;p16"/>
          <p:cNvSpPr txBox="1">
            <a:spLocks noGrp="1"/>
          </p:cNvSpPr>
          <p:nvPr>
            <p:ph type="subTitle" idx="7"/>
          </p:nvPr>
        </p:nvSpPr>
        <p:spPr>
          <a:xfrm>
            <a:off x="4602000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6"/>
          <p:cNvSpPr txBox="1">
            <a:spLocks noGrp="1"/>
          </p:cNvSpPr>
          <p:nvPr>
            <p:ph type="title" idx="8" hasCustomPrompt="1"/>
          </p:nvPr>
        </p:nvSpPr>
        <p:spPr>
          <a:xfrm>
            <a:off x="4602000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62" name="Google Shape;662;p16"/>
          <p:cNvSpPr txBox="1">
            <a:spLocks noGrp="1"/>
          </p:cNvSpPr>
          <p:nvPr>
            <p:ph type="subTitle" idx="9"/>
          </p:nvPr>
        </p:nvSpPr>
        <p:spPr>
          <a:xfrm>
            <a:off x="4602000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663" name="Google Shape;663;p16"/>
          <p:cNvGrpSpPr/>
          <p:nvPr/>
        </p:nvGrpSpPr>
        <p:grpSpPr>
          <a:xfrm rot="10800000" flipH="1">
            <a:off x="-2016481" y="-2587098"/>
            <a:ext cx="3659033" cy="3637017"/>
            <a:chOff x="5985575" y="4420825"/>
            <a:chExt cx="2744275" cy="2727763"/>
          </a:xfrm>
        </p:grpSpPr>
        <p:sp>
          <p:nvSpPr>
            <p:cNvPr id="664" name="Google Shape;664;p16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5" name="Google Shape;665;p16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66" name="Google Shape;666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7" name="Google Shape;667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8" name="Google Shape;668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9" name="Google Shape;669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0" name="Google Shape;670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1" name="Google Shape;671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9" name="Google Shape;679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80" name="Google Shape;680;p16"/>
          <p:cNvGrpSpPr/>
          <p:nvPr/>
        </p:nvGrpSpPr>
        <p:grpSpPr>
          <a:xfrm flipH="1">
            <a:off x="10569082" y="5844159"/>
            <a:ext cx="3436213" cy="3518092"/>
            <a:chOff x="-1115775" y="4467744"/>
            <a:chExt cx="2577160" cy="2638569"/>
          </a:xfrm>
        </p:grpSpPr>
        <p:sp>
          <p:nvSpPr>
            <p:cNvPr id="681" name="Google Shape;681;p1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82" name="Google Shape;682;p1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83" name="Google Shape;683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5" name="Google Shape;685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6" name="Google Shape;686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7" name="Google Shape;687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8" name="Google Shape;688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9" name="Google Shape;689;p1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0" name="Google Shape;690;p1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1" name="Google Shape;691;p1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3" name="Google Shape;693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4" name="Google Shape;694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5" name="Google Shape;695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379766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17"/>
          <p:cNvSpPr txBox="1">
            <a:spLocks noGrp="1"/>
          </p:cNvSpPr>
          <p:nvPr>
            <p:ph type="subTitle" idx="1"/>
          </p:nvPr>
        </p:nvSpPr>
        <p:spPr>
          <a:xfrm>
            <a:off x="2084400" y="4341640"/>
            <a:ext cx="3553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7"/>
          <p:cNvSpPr txBox="1">
            <a:spLocks noGrp="1"/>
          </p:cNvSpPr>
          <p:nvPr>
            <p:ph type="title" idx="2" hasCustomPrompt="1"/>
          </p:nvPr>
        </p:nvSpPr>
        <p:spPr>
          <a:xfrm>
            <a:off x="2084400" y="2235767"/>
            <a:ext cx="3553600" cy="1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1" name="Google Shape;701;p17"/>
          <p:cNvSpPr txBox="1">
            <a:spLocks noGrp="1"/>
          </p:cNvSpPr>
          <p:nvPr>
            <p:ph type="subTitle" idx="3"/>
          </p:nvPr>
        </p:nvSpPr>
        <p:spPr>
          <a:xfrm>
            <a:off x="2084400" y="3716224"/>
            <a:ext cx="3553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702" name="Google Shape;702;p17"/>
          <p:cNvSpPr txBox="1">
            <a:spLocks noGrp="1"/>
          </p:cNvSpPr>
          <p:nvPr>
            <p:ph type="subTitle" idx="4"/>
          </p:nvPr>
        </p:nvSpPr>
        <p:spPr>
          <a:xfrm>
            <a:off x="7362767" y="4341640"/>
            <a:ext cx="3553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17"/>
          <p:cNvSpPr txBox="1">
            <a:spLocks noGrp="1"/>
          </p:cNvSpPr>
          <p:nvPr>
            <p:ph type="title" idx="5" hasCustomPrompt="1"/>
          </p:nvPr>
        </p:nvSpPr>
        <p:spPr>
          <a:xfrm>
            <a:off x="7362767" y="2235767"/>
            <a:ext cx="3553600" cy="1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4" name="Google Shape;704;p17"/>
          <p:cNvSpPr txBox="1">
            <a:spLocks noGrp="1"/>
          </p:cNvSpPr>
          <p:nvPr>
            <p:ph type="subTitle" idx="6"/>
          </p:nvPr>
        </p:nvSpPr>
        <p:spPr>
          <a:xfrm>
            <a:off x="7362767" y="3716224"/>
            <a:ext cx="3553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705" name="Google Shape;705;p17"/>
          <p:cNvGrpSpPr/>
          <p:nvPr/>
        </p:nvGrpSpPr>
        <p:grpSpPr>
          <a:xfrm>
            <a:off x="11105843" y="-2396367"/>
            <a:ext cx="3667491" cy="3655888"/>
            <a:chOff x="2724182" y="-1866850"/>
            <a:chExt cx="2750618" cy="2741916"/>
          </a:xfrm>
        </p:grpSpPr>
        <p:sp>
          <p:nvSpPr>
            <p:cNvPr id="706" name="Google Shape;706;p1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07" name="Google Shape;707;p17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708" name="Google Shape;708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1738593" y="1684322"/>
                <a:ext cx="1119733" cy="111916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1793442" y="1767256"/>
                <a:ext cx="1148861" cy="115518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1903138" y="1863197"/>
                <a:ext cx="1108951" cy="111400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9" name="Google Shape;719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0" name="Google Shape;720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1" name="Google Shape;721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2" name="Google Shape;722;p17"/>
          <p:cNvGrpSpPr/>
          <p:nvPr/>
        </p:nvGrpSpPr>
        <p:grpSpPr>
          <a:xfrm rot="5400000" flipH="1">
            <a:off x="-2045981" y="5780969"/>
            <a:ext cx="3659033" cy="3637017"/>
            <a:chOff x="5985575" y="4420825"/>
            <a:chExt cx="2744275" cy="2727763"/>
          </a:xfrm>
        </p:grpSpPr>
        <p:sp>
          <p:nvSpPr>
            <p:cNvPr id="723" name="Google Shape;723;p1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24" name="Google Shape;724;p17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45463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8"/>
          <p:cNvSpPr txBox="1">
            <a:spLocks noGrp="1"/>
          </p:cNvSpPr>
          <p:nvPr>
            <p:ph type="subTitle" idx="1"/>
          </p:nvPr>
        </p:nvSpPr>
        <p:spPr>
          <a:xfrm>
            <a:off x="5395951" y="1755367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1" name="Google Shape;741;p18"/>
          <p:cNvSpPr txBox="1">
            <a:spLocks noGrp="1"/>
          </p:cNvSpPr>
          <p:nvPr>
            <p:ph type="title" hasCustomPrompt="1"/>
          </p:nvPr>
        </p:nvSpPr>
        <p:spPr>
          <a:xfrm>
            <a:off x="5395951" y="685600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42" name="Google Shape;742;p18"/>
          <p:cNvSpPr txBox="1">
            <a:spLocks noGrp="1"/>
          </p:cNvSpPr>
          <p:nvPr>
            <p:ph type="subTitle" idx="2"/>
          </p:nvPr>
        </p:nvSpPr>
        <p:spPr>
          <a:xfrm>
            <a:off x="5395951" y="5501700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3" name="Google Shape;743;p18"/>
          <p:cNvSpPr txBox="1">
            <a:spLocks noGrp="1"/>
          </p:cNvSpPr>
          <p:nvPr>
            <p:ph type="title" idx="3" hasCustomPrompt="1"/>
          </p:nvPr>
        </p:nvSpPr>
        <p:spPr>
          <a:xfrm>
            <a:off x="5395951" y="4431933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44" name="Google Shape;744;p18"/>
          <p:cNvSpPr txBox="1">
            <a:spLocks noGrp="1"/>
          </p:cNvSpPr>
          <p:nvPr>
            <p:ph type="subTitle" idx="4"/>
          </p:nvPr>
        </p:nvSpPr>
        <p:spPr>
          <a:xfrm>
            <a:off x="5395951" y="3628533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5" name="Google Shape;745;p18"/>
          <p:cNvSpPr txBox="1">
            <a:spLocks noGrp="1"/>
          </p:cNvSpPr>
          <p:nvPr>
            <p:ph type="title" idx="5" hasCustomPrompt="1"/>
          </p:nvPr>
        </p:nvSpPr>
        <p:spPr>
          <a:xfrm>
            <a:off x="5395951" y="2558767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grpSp>
        <p:nvGrpSpPr>
          <p:cNvPr id="746" name="Google Shape;746;p18"/>
          <p:cNvGrpSpPr/>
          <p:nvPr/>
        </p:nvGrpSpPr>
        <p:grpSpPr>
          <a:xfrm rot="-5400000" flipH="1">
            <a:off x="-2128747" y="5512702"/>
            <a:ext cx="3659033" cy="3637017"/>
            <a:chOff x="5985575" y="4420825"/>
            <a:chExt cx="2744275" cy="2727763"/>
          </a:xfrm>
        </p:grpSpPr>
        <p:sp>
          <p:nvSpPr>
            <p:cNvPr id="747" name="Google Shape;747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48" name="Google Shape;748;p1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49" name="Google Shape;749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63" name="Google Shape;763;p18"/>
          <p:cNvGrpSpPr/>
          <p:nvPr/>
        </p:nvGrpSpPr>
        <p:grpSpPr>
          <a:xfrm flipH="1">
            <a:off x="237430" y="-2816495"/>
            <a:ext cx="3659033" cy="3637017"/>
            <a:chOff x="5985575" y="4420825"/>
            <a:chExt cx="2744275" cy="2727763"/>
          </a:xfrm>
        </p:grpSpPr>
        <p:sp>
          <p:nvSpPr>
            <p:cNvPr id="764" name="Google Shape;764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65" name="Google Shape;765;p1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66" name="Google Shape;766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2" name="Google Shape;772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80" name="Google Shape;780;p18"/>
          <p:cNvGrpSpPr/>
          <p:nvPr/>
        </p:nvGrpSpPr>
        <p:grpSpPr>
          <a:xfrm rot="10800000">
            <a:off x="10074448" y="-2630107"/>
            <a:ext cx="3436213" cy="3518092"/>
            <a:chOff x="-1115775" y="4467744"/>
            <a:chExt cx="2577160" cy="2638569"/>
          </a:xfrm>
        </p:grpSpPr>
        <p:sp>
          <p:nvSpPr>
            <p:cNvPr id="781" name="Google Shape;781;p1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82" name="Google Shape;782;p1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783" name="Google Shape;783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22369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9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799" name="Google Shape;799;p19"/>
          <p:cNvGrpSpPr/>
          <p:nvPr/>
        </p:nvGrpSpPr>
        <p:grpSpPr>
          <a:xfrm flipH="1">
            <a:off x="10883025" y="5769978"/>
            <a:ext cx="3659033" cy="3637017"/>
            <a:chOff x="5985575" y="4420825"/>
            <a:chExt cx="2744275" cy="2727763"/>
          </a:xfrm>
        </p:grpSpPr>
        <p:sp>
          <p:nvSpPr>
            <p:cNvPr id="800" name="Google Shape;800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01" name="Google Shape;801;p1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02" name="Google Shape;802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3" name="Google Shape;803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4" name="Google Shape;804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5" name="Google Shape;805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7" name="Google Shape;807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16" name="Google Shape;816;p19"/>
          <p:cNvGrpSpPr/>
          <p:nvPr/>
        </p:nvGrpSpPr>
        <p:grpSpPr>
          <a:xfrm flipH="1">
            <a:off x="-2290809" y="-2408055"/>
            <a:ext cx="3659033" cy="3637017"/>
            <a:chOff x="5985575" y="4420825"/>
            <a:chExt cx="2744275" cy="2727763"/>
          </a:xfrm>
        </p:grpSpPr>
        <p:sp>
          <p:nvSpPr>
            <p:cNvPr id="817" name="Google Shape;817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18" name="Google Shape;818;p1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19" name="Google Shape;819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1" name="Google Shape;821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2" name="Google Shape;822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1787327" y="1767256"/>
                <a:ext cx="1154741" cy="114494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615972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0"/>
          <p:cNvGrpSpPr/>
          <p:nvPr/>
        </p:nvGrpSpPr>
        <p:grpSpPr>
          <a:xfrm flipH="1">
            <a:off x="10398704" y="5718894"/>
            <a:ext cx="3436213" cy="3518092"/>
            <a:chOff x="-1115775" y="4467744"/>
            <a:chExt cx="2577160" cy="2638569"/>
          </a:xfrm>
        </p:grpSpPr>
        <p:sp>
          <p:nvSpPr>
            <p:cNvPr id="835" name="Google Shape;835;p2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36" name="Google Shape;836;p2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37" name="Google Shape;837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9" name="Google Shape;839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2" name="Google Shape;842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3" name="Google Shape;843;p2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4" name="Google Shape;844;p2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5" name="Google Shape;845;p2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6" name="Google Shape;846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7" name="Google Shape;847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8" name="Google Shape;848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9" name="Google Shape;849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0" name="Google Shape;850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851" name="Google Shape;851;p20"/>
          <p:cNvSpPr txBox="1">
            <a:spLocks noGrp="1"/>
          </p:cNvSpPr>
          <p:nvPr>
            <p:ph type="title"/>
          </p:nvPr>
        </p:nvSpPr>
        <p:spPr>
          <a:xfrm>
            <a:off x="6279433" y="1747833"/>
            <a:ext cx="4632000" cy="17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9pPr>
          </a:lstStyle>
          <a:p>
            <a:endParaRPr/>
          </a:p>
        </p:txBody>
      </p:sp>
      <p:sp>
        <p:nvSpPr>
          <p:cNvPr id="852" name="Google Shape;852;p20"/>
          <p:cNvSpPr txBox="1">
            <a:spLocks noGrp="1"/>
          </p:cNvSpPr>
          <p:nvPr>
            <p:ph type="subTitle" idx="1"/>
          </p:nvPr>
        </p:nvSpPr>
        <p:spPr>
          <a:xfrm>
            <a:off x="6279433" y="3527233"/>
            <a:ext cx="4632000" cy="13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853" name="Google Shape;853;p20"/>
          <p:cNvGrpSpPr/>
          <p:nvPr/>
        </p:nvGrpSpPr>
        <p:grpSpPr>
          <a:xfrm>
            <a:off x="-1745391" y="5686500"/>
            <a:ext cx="3667491" cy="3655888"/>
            <a:chOff x="2724182" y="-1866850"/>
            <a:chExt cx="2750618" cy="2741916"/>
          </a:xfrm>
        </p:grpSpPr>
        <p:sp>
          <p:nvSpPr>
            <p:cNvPr id="854" name="Google Shape;854;p20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55" name="Google Shape;855;p20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6" name="Google Shape;856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0" name="Google Shape;860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1" name="Google Shape;861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2" name="Google Shape;862;p20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3" name="Google Shape;863;p20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4" name="Google Shape;864;p20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5" name="Google Shape;865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6" name="Google Shape;866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7" name="Google Shape;867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9" name="Google Shape;869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809689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>
            <a:spLocks noGrp="1"/>
          </p:cNvSpPr>
          <p:nvPr>
            <p:ph type="body" idx="1"/>
          </p:nvPr>
        </p:nvSpPr>
        <p:spPr>
          <a:xfrm>
            <a:off x="1609733" y="2349255"/>
            <a:ext cx="5017600" cy="3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𑁋"/>
              <a:defRPr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872" name="Google Shape;872;p2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73" name="Google Shape;873;p21"/>
          <p:cNvGrpSpPr/>
          <p:nvPr/>
        </p:nvGrpSpPr>
        <p:grpSpPr>
          <a:xfrm rot="5400000">
            <a:off x="10473312" y="6157685"/>
            <a:ext cx="3667491" cy="3655888"/>
            <a:chOff x="2724182" y="-1866850"/>
            <a:chExt cx="2750618" cy="2741916"/>
          </a:xfrm>
        </p:grpSpPr>
        <p:sp>
          <p:nvSpPr>
            <p:cNvPr id="874" name="Google Shape;874;p2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75" name="Google Shape;875;p2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76" name="Google Shape;876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7" name="Google Shape;877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8" name="Google Shape;878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9" name="Google Shape;879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0" name="Google Shape;880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1" name="Google Shape;881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2" name="Google Shape;882;p21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3" name="Google Shape;883;p21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4" name="Google Shape;884;p21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5" name="Google Shape;885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6" name="Google Shape;886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7" name="Google Shape;887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8" name="Google Shape;888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90" name="Google Shape;890;p21"/>
          <p:cNvGrpSpPr/>
          <p:nvPr/>
        </p:nvGrpSpPr>
        <p:grpSpPr>
          <a:xfrm>
            <a:off x="-1708752" y="5741459"/>
            <a:ext cx="3436213" cy="3518092"/>
            <a:chOff x="-1115775" y="4467744"/>
            <a:chExt cx="2577160" cy="2638569"/>
          </a:xfrm>
        </p:grpSpPr>
        <p:sp>
          <p:nvSpPr>
            <p:cNvPr id="891" name="Google Shape;891;p2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92" name="Google Shape;892;p2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93" name="Google Shape;893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4" name="Google Shape;894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5" name="Google Shape;895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6" name="Google Shape;896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7" name="Google Shape;897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8" name="Google Shape;898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9" name="Google Shape;899;p2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0" name="Google Shape;900;p2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1" name="Google Shape;901;p2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2" name="Google Shape;902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3" name="Google Shape;903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4" name="Google Shape;904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5" name="Google Shape;905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6" name="Google Shape;906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0638694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2"/>
          <p:cNvSpPr txBox="1">
            <a:spLocks noGrp="1"/>
          </p:cNvSpPr>
          <p:nvPr>
            <p:ph type="title"/>
          </p:nvPr>
        </p:nvSpPr>
        <p:spPr>
          <a:xfrm>
            <a:off x="2940400" y="1434933"/>
            <a:ext cx="63112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2"/>
          <p:cNvSpPr txBox="1">
            <a:spLocks noGrp="1"/>
          </p:cNvSpPr>
          <p:nvPr>
            <p:ph type="subTitle" idx="1"/>
          </p:nvPr>
        </p:nvSpPr>
        <p:spPr>
          <a:xfrm>
            <a:off x="2940400" y="2662800"/>
            <a:ext cx="6311200" cy="27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910" name="Google Shape;910;p22"/>
          <p:cNvGrpSpPr/>
          <p:nvPr/>
        </p:nvGrpSpPr>
        <p:grpSpPr>
          <a:xfrm rot="5400000" flipH="1">
            <a:off x="-2169233" y="5980102"/>
            <a:ext cx="3659033" cy="3637017"/>
            <a:chOff x="5985575" y="4420825"/>
            <a:chExt cx="2744275" cy="2727763"/>
          </a:xfrm>
        </p:grpSpPr>
        <p:sp>
          <p:nvSpPr>
            <p:cNvPr id="911" name="Google Shape;911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12" name="Google Shape;912;p2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8" name="Google Shape;918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9" name="Google Shape;919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0" name="Google Shape;920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1" name="Google Shape;921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3" name="Google Shape;923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4" name="Google Shape;924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27" name="Google Shape;927;p22"/>
          <p:cNvGrpSpPr/>
          <p:nvPr/>
        </p:nvGrpSpPr>
        <p:grpSpPr>
          <a:xfrm rot="10800000" flipH="1">
            <a:off x="10675585" y="6171702"/>
            <a:ext cx="3659033" cy="3637017"/>
            <a:chOff x="5985575" y="4420825"/>
            <a:chExt cx="2744275" cy="2727763"/>
          </a:xfrm>
        </p:grpSpPr>
        <p:sp>
          <p:nvSpPr>
            <p:cNvPr id="928" name="Google Shape;928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29" name="Google Shape;929;p2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30" name="Google Shape;930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1" name="Google Shape;931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4" name="Google Shape;934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5" name="Google Shape;935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6" name="Google Shape;936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7" name="Google Shape;937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8" name="Google Shape;938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9" name="Google Shape;939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0" name="Google Shape;940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1" name="Google Shape;941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2" name="Google Shape;942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3" name="Google Shape;943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 rot="10800000">
            <a:off x="10000548" y="-2488574"/>
            <a:ext cx="3436213" cy="3518092"/>
            <a:chOff x="-1115775" y="4467744"/>
            <a:chExt cx="2577160" cy="2638569"/>
          </a:xfrm>
        </p:grpSpPr>
        <p:sp>
          <p:nvSpPr>
            <p:cNvPr id="945" name="Google Shape;945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46" name="Google Shape;946;p2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47" name="Google Shape;947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8" name="Google Shape;948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9" name="Google Shape;949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1" name="Google Shape;951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2" name="Google Shape;952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4" name="Google Shape;954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5" name="Google Shape;955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6" name="Google Shape;956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7" name="Google Shape;957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8" name="Google Shape;958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9" name="Google Shape;959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0" name="Google Shape;960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61" name="Google Shape;961;p22"/>
          <p:cNvGrpSpPr/>
          <p:nvPr/>
        </p:nvGrpSpPr>
        <p:grpSpPr>
          <a:xfrm rot="10800000" flipH="1">
            <a:off x="-1244752" y="-2488574"/>
            <a:ext cx="3436213" cy="3518092"/>
            <a:chOff x="-1115775" y="4467744"/>
            <a:chExt cx="2577160" cy="2638569"/>
          </a:xfrm>
        </p:grpSpPr>
        <p:sp>
          <p:nvSpPr>
            <p:cNvPr id="962" name="Google Shape;962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63" name="Google Shape;963;p2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64" name="Google Shape;964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5" name="Google Shape;965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6" name="Google Shape;966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8" name="Google Shape;968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9" name="Google Shape;969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0" name="Google Shape;970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3" name="Google Shape;973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6088583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3"/>
          <p:cNvSpPr txBox="1">
            <a:spLocks noGrp="1"/>
          </p:cNvSpPr>
          <p:nvPr>
            <p:ph type="title"/>
          </p:nvPr>
        </p:nvSpPr>
        <p:spPr>
          <a:xfrm>
            <a:off x="1209567" y="1758967"/>
            <a:ext cx="3627200" cy="1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p23"/>
          <p:cNvSpPr txBox="1">
            <a:spLocks noGrp="1"/>
          </p:cNvSpPr>
          <p:nvPr>
            <p:ph type="subTitle" idx="1"/>
          </p:nvPr>
        </p:nvSpPr>
        <p:spPr>
          <a:xfrm>
            <a:off x="1209567" y="3632896"/>
            <a:ext cx="36272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81" name="Google Shape;981;p23"/>
          <p:cNvGrpSpPr/>
          <p:nvPr/>
        </p:nvGrpSpPr>
        <p:grpSpPr>
          <a:xfrm rot="-5400000" flipH="1">
            <a:off x="10230734" y="-2962431"/>
            <a:ext cx="3659033" cy="3637017"/>
            <a:chOff x="5985575" y="4420825"/>
            <a:chExt cx="2744275" cy="2727763"/>
          </a:xfrm>
        </p:grpSpPr>
        <p:sp>
          <p:nvSpPr>
            <p:cNvPr id="982" name="Google Shape;982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83" name="Google Shape;983;p2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84" name="Google Shape;984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5" name="Google Shape;985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6" name="Google Shape;986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7" name="Google Shape;987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7" name="Google Shape;997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98" name="Google Shape;998;p23"/>
          <p:cNvGrpSpPr/>
          <p:nvPr/>
        </p:nvGrpSpPr>
        <p:grpSpPr>
          <a:xfrm rot="10800000" flipH="1">
            <a:off x="3961134" y="6052702"/>
            <a:ext cx="3659033" cy="3637017"/>
            <a:chOff x="5985575" y="4420825"/>
            <a:chExt cx="2744275" cy="2727763"/>
          </a:xfrm>
        </p:grpSpPr>
        <p:sp>
          <p:nvSpPr>
            <p:cNvPr id="999" name="Google Shape;999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00" name="Google Shape;1000;p2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01" name="Google Shape;1001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4" name="Google Shape;1004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6" name="Google Shape;1006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7" name="Google Shape;1007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9" name="Google Shape;1009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0" name="Google Shape;1010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2" name="Google Shape;1012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3" name="Google Shape;1013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15" name="Google Shape;1015;p23"/>
          <p:cNvGrpSpPr/>
          <p:nvPr/>
        </p:nvGrpSpPr>
        <p:grpSpPr>
          <a:xfrm rot="10800000" flipH="1">
            <a:off x="-1708752" y="-2624674"/>
            <a:ext cx="3436213" cy="3518092"/>
            <a:chOff x="-1115775" y="4467744"/>
            <a:chExt cx="2577160" cy="2638569"/>
          </a:xfrm>
        </p:grpSpPr>
        <p:sp>
          <p:nvSpPr>
            <p:cNvPr id="1016" name="Google Shape;1016;p2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17" name="Google Shape;1017;p2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18" name="Google Shape;1018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9" name="Google Shape;1019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0" name="Google Shape;1020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1" name="Google Shape;1021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3" name="Google Shape;1023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080136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4"/>
          <p:cNvSpPr txBox="1">
            <a:spLocks noGrp="1"/>
          </p:cNvSpPr>
          <p:nvPr>
            <p:ph type="title"/>
          </p:nvPr>
        </p:nvSpPr>
        <p:spPr>
          <a:xfrm>
            <a:off x="7008533" y="1758967"/>
            <a:ext cx="3454000" cy="1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34" name="Google Shape;1034;p24"/>
          <p:cNvSpPr txBox="1">
            <a:spLocks noGrp="1"/>
          </p:cNvSpPr>
          <p:nvPr>
            <p:ph type="subTitle" idx="1"/>
          </p:nvPr>
        </p:nvSpPr>
        <p:spPr>
          <a:xfrm>
            <a:off x="7008533" y="3632899"/>
            <a:ext cx="34540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035" name="Google Shape;1035;p24"/>
          <p:cNvGrpSpPr/>
          <p:nvPr/>
        </p:nvGrpSpPr>
        <p:grpSpPr>
          <a:xfrm rot="-5400000" flipH="1">
            <a:off x="4582834" y="6162902"/>
            <a:ext cx="3659033" cy="3637017"/>
            <a:chOff x="5985575" y="4420825"/>
            <a:chExt cx="2744275" cy="2727763"/>
          </a:xfrm>
        </p:grpSpPr>
        <p:sp>
          <p:nvSpPr>
            <p:cNvPr id="1036" name="Google Shape;1036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37" name="Google Shape;1037;p2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38" name="Google Shape;1038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6" name="Google Shape;1046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7" name="Google Shape;1047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8" name="Google Shape;1048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52" name="Google Shape;1052;p24"/>
          <p:cNvGrpSpPr/>
          <p:nvPr/>
        </p:nvGrpSpPr>
        <p:grpSpPr>
          <a:xfrm flipH="1">
            <a:off x="-1708766" y="-2951431"/>
            <a:ext cx="3659033" cy="3637017"/>
            <a:chOff x="5985575" y="4420825"/>
            <a:chExt cx="2744275" cy="2727763"/>
          </a:xfrm>
        </p:grpSpPr>
        <p:sp>
          <p:nvSpPr>
            <p:cNvPr id="1053" name="Google Shape;1053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54" name="Google Shape;1054;p2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69" name="Google Shape;1069;p24"/>
          <p:cNvGrpSpPr/>
          <p:nvPr/>
        </p:nvGrpSpPr>
        <p:grpSpPr>
          <a:xfrm rot="10800000">
            <a:off x="10464548" y="-2624674"/>
            <a:ext cx="3436213" cy="3518092"/>
            <a:chOff x="-1115775" y="4467744"/>
            <a:chExt cx="2577160" cy="2638569"/>
          </a:xfrm>
        </p:grpSpPr>
        <p:sp>
          <p:nvSpPr>
            <p:cNvPr id="1070" name="Google Shape;1070;p2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71" name="Google Shape;1071;p2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72" name="Google Shape;1072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994637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5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8" name="Google Shape;1088;p25"/>
          <p:cNvSpPr txBox="1">
            <a:spLocks noGrp="1"/>
          </p:cNvSpPr>
          <p:nvPr>
            <p:ph type="body" idx="1"/>
          </p:nvPr>
        </p:nvSpPr>
        <p:spPr>
          <a:xfrm>
            <a:off x="1065400" y="2224767"/>
            <a:ext cx="4810400" cy="39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89" name="Google Shape;1089;p25"/>
          <p:cNvSpPr txBox="1">
            <a:spLocks noGrp="1"/>
          </p:cNvSpPr>
          <p:nvPr>
            <p:ph type="body" idx="2"/>
          </p:nvPr>
        </p:nvSpPr>
        <p:spPr>
          <a:xfrm>
            <a:off x="6316200" y="2224767"/>
            <a:ext cx="4810400" cy="39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90" name="Google Shape;1090;p25"/>
          <p:cNvSpPr txBox="1">
            <a:spLocks noGrp="1"/>
          </p:cNvSpPr>
          <p:nvPr>
            <p:ph type="subTitle" idx="3"/>
          </p:nvPr>
        </p:nvSpPr>
        <p:spPr>
          <a:xfrm>
            <a:off x="951000" y="1648433"/>
            <a:ext cx="10290000" cy="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grpSp>
        <p:nvGrpSpPr>
          <p:cNvPr id="1091" name="Google Shape;1091;p25"/>
          <p:cNvGrpSpPr/>
          <p:nvPr/>
        </p:nvGrpSpPr>
        <p:grpSpPr>
          <a:xfrm rot="10800000" flipH="1">
            <a:off x="-1668052" y="-2808207"/>
            <a:ext cx="3436213" cy="3518092"/>
            <a:chOff x="-1115775" y="4467744"/>
            <a:chExt cx="2577160" cy="2638569"/>
          </a:xfrm>
        </p:grpSpPr>
        <p:sp>
          <p:nvSpPr>
            <p:cNvPr id="1092" name="Google Shape;1092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93" name="Google Shape;1093;p2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94" name="Google Shape;1094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4" name="Google Shape;1104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6" name="Google Shape;1106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7" name="Google Shape;1107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08" name="Google Shape;1108;p25"/>
          <p:cNvGrpSpPr/>
          <p:nvPr/>
        </p:nvGrpSpPr>
        <p:grpSpPr>
          <a:xfrm flipH="1">
            <a:off x="10423848" y="6207893"/>
            <a:ext cx="3436213" cy="3518092"/>
            <a:chOff x="-1115775" y="4467744"/>
            <a:chExt cx="2577160" cy="2638569"/>
          </a:xfrm>
        </p:grpSpPr>
        <p:sp>
          <p:nvSpPr>
            <p:cNvPr id="1109" name="Google Shape;1109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10" name="Google Shape;1110;p2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11" name="Google Shape;1111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7" name="Google Shape;1117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8" name="Google Shape;1118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9" name="Google Shape;1119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0" name="Google Shape;1120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1" name="Google Shape;1121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2" name="Google Shape;1122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4" name="Google Shape;1124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41898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27" name="Google Shape;1127;p26"/>
          <p:cNvSpPr txBox="1">
            <a:spLocks noGrp="1"/>
          </p:cNvSpPr>
          <p:nvPr>
            <p:ph type="subTitle" idx="1"/>
          </p:nvPr>
        </p:nvSpPr>
        <p:spPr>
          <a:xfrm>
            <a:off x="1959600" y="2111667"/>
            <a:ext cx="3820400" cy="36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8" name="Google Shape;1128;p26"/>
          <p:cNvSpPr txBox="1">
            <a:spLocks noGrp="1"/>
          </p:cNvSpPr>
          <p:nvPr>
            <p:ph type="subTitle" idx="2"/>
          </p:nvPr>
        </p:nvSpPr>
        <p:spPr>
          <a:xfrm>
            <a:off x="6412072" y="2111667"/>
            <a:ext cx="3820400" cy="36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129" name="Google Shape;1129;p26"/>
          <p:cNvGrpSpPr/>
          <p:nvPr/>
        </p:nvGrpSpPr>
        <p:grpSpPr>
          <a:xfrm rot="-5400000">
            <a:off x="10513012" y="5656352"/>
            <a:ext cx="3667491" cy="3655888"/>
            <a:chOff x="2724182" y="-1866850"/>
            <a:chExt cx="2750618" cy="2741916"/>
          </a:xfrm>
        </p:grpSpPr>
        <p:sp>
          <p:nvSpPr>
            <p:cNvPr id="1130" name="Google Shape;1130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31" name="Google Shape;1131;p2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32" name="Google Shape;1132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3" name="Google Shape;1133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6" name="Google Shape;1136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7" name="Google Shape;1137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8" name="Google Shape;1138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9" name="Google Shape;1139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0" name="Google Shape;1140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46" name="Google Shape;1146;p26"/>
          <p:cNvGrpSpPr/>
          <p:nvPr/>
        </p:nvGrpSpPr>
        <p:grpSpPr>
          <a:xfrm rot="5400000">
            <a:off x="-1095588" y="5517452"/>
            <a:ext cx="3667491" cy="3655888"/>
            <a:chOff x="2724182" y="-1866850"/>
            <a:chExt cx="2750618" cy="2741916"/>
          </a:xfrm>
        </p:grpSpPr>
        <p:sp>
          <p:nvSpPr>
            <p:cNvPr id="1147" name="Google Shape;1147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48" name="Google Shape;1148;p2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49" name="Google Shape;1149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1" name="Google Shape;1151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2" name="Google Shape;1152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3" name="Google Shape;1153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6" name="Google Shape;1156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7" name="Google Shape;1157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9" name="Google Shape;1159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0" name="Google Shape;1160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1" name="Google Shape;1161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2" name="Google Shape;1162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63" name="Google Shape;1163;p26"/>
          <p:cNvGrpSpPr/>
          <p:nvPr/>
        </p:nvGrpSpPr>
        <p:grpSpPr>
          <a:xfrm rot="10800000" flipH="1">
            <a:off x="-1487685" y="-2587107"/>
            <a:ext cx="3436213" cy="3518092"/>
            <a:chOff x="-1115775" y="4467744"/>
            <a:chExt cx="2577160" cy="2638569"/>
          </a:xfrm>
        </p:grpSpPr>
        <p:sp>
          <p:nvSpPr>
            <p:cNvPr id="1164" name="Google Shape;1164;p2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65" name="Google Shape;1165;p2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66" name="Google Shape;1166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0" name="Google Shape;1170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1" name="Google Shape;1171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2" name="Google Shape;1172;p2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3" name="Google Shape;1173;p2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4" name="Google Shape;1174;p2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5" name="Google Shape;1175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6" name="Google Shape;1176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7" name="Google Shape;1177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9" name="Google Shape;1179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26353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7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27"/>
          <p:cNvSpPr txBox="1">
            <a:spLocks noGrp="1"/>
          </p:cNvSpPr>
          <p:nvPr>
            <p:ph type="subTitle" idx="1"/>
          </p:nvPr>
        </p:nvSpPr>
        <p:spPr>
          <a:xfrm>
            <a:off x="1102900" y="4326333"/>
            <a:ext cx="28968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27"/>
          <p:cNvSpPr txBox="1">
            <a:spLocks noGrp="1"/>
          </p:cNvSpPr>
          <p:nvPr>
            <p:ph type="subTitle" idx="2"/>
          </p:nvPr>
        </p:nvSpPr>
        <p:spPr>
          <a:xfrm>
            <a:off x="1102900" y="3700933"/>
            <a:ext cx="289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184" name="Google Shape;1184;p27"/>
          <p:cNvSpPr txBox="1">
            <a:spLocks noGrp="1"/>
          </p:cNvSpPr>
          <p:nvPr>
            <p:ph type="subTitle" idx="3"/>
          </p:nvPr>
        </p:nvSpPr>
        <p:spPr>
          <a:xfrm>
            <a:off x="8192500" y="4326341"/>
            <a:ext cx="28964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5" name="Google Shape;1185;p27"/>
          <p:cNvSpPr txBox="1">
            <a:spLocks noGrp="1"/>
          </p:cNvSpPr>
          <p:nvPr>
            <p:ph type="subTitle" idx="4"/>
          </p:nvPr>
        </p:nvSpPr>
        <p:spPr>
          <a:xfrm>
            <a:off x="8192500" y="3700933"/>
            <a:ext cx="2896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186" name="Google Shape;1186;p27"/>
          <p:cNvSpPr txBox="1">
            <a:spLocks noGrp="1"/>
          </p:cNvSpPr>
          <p:nvPr>
            <p:ph type="subTitle" idx="5"/>
          </p:nvPr>
        </p:nvSpPr>
        <p:spPr>
          <a:xfrm>
            <a:off x="4647800" y="4326339"/>
            <a:ext cx="28964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27"/>
          <p:cNvSpPr txBox="1">
            <a:spLocks noGrp="1"/>
          </p:cNvSpPr>
          <p:nvPr>
            <p:ph type="subTitle" idx="6"/>
          </p:nvPr>
        </p:nvSpPr>
        <p:spPr>
          <a:xfrm>
            <a:off x="4647800" y="3700933"/>
            <a:ext cx="2896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188" name="Google Shape;1188;p27"/>
          <p:cNvGrpSpPr/>
          <p:nvPr/>
        </p:nvGrpSpPr>
        <p:grpSpPr>
          <a:xfrm rot="10800000">
            <a:off x="10277215" y="-2669907"/>
            <a:ext cx="3436213" cy="3518092"/>
            <a:chOff x="-1115775" y="4467744"/>
            <a:chExt cx="2577160" cy="2638569"/>
          </a:xfrm>
        </p:grpSpPr>
        <p:sp>
          <p:nvSpPr>
            <p:cNvPr id="1189" name="Google Shape;1189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90" name="Google Shape;1190;p2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91" name="Google Shape;1191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4" name="Google Shape;1194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05" name="Google Shape;1205;p27"/>
          <p:cNvGrpSpPr/>
          <p:nvPr/>
        </p:nvGrpSpPr>
        <p:grpSpPr>
          <a:xfrm>
            <a:off x="-1814652" y="5874493"/>
            <a:ext cx="3436213" cy="3518092"/>
            <a:chOff x="-1115775" y="4467744"/>
            <a:chExt cx="2577160" cy="2638569"/>
          </a:xfrm>
        </p:grpSpPr>
        <p:sp>
          <p:nvSpPr>
            <p:cNvPr id="1206" name="Google Shape;1206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07" name="Google Shape;1207;p2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08" name="Google Shape;1208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1" name="Google Shape;1211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93693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28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24" name="Google Shape;1224;p28"/>
          <p:cNvSpPr txBox="1">
            <a:spLocks noGrp="1"/>
          </p:cNvSpPr>
          <p:nvPr>
            <p:ph type="subTitle" idx="1"/>
          </p:nvPr>
        </p:nvSpPr>
        <p:spPr>
          <a:xfrm>
            <a:off x="950967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5" name="Google Shape;1225;p28"/>
          <p:cNvSpPr txBox="1">
            <a:spLocks noGrp="1"/>
          </p:cNvSpPr>
          <p:nvPr>
            <p:ph type="subTitle" idx="2"/>
          </p:nvPr>
        </p:nvSpPr>
        <p:spPr>
          <a:xfrm>
            <a:off x="950967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26" name="Google Shape;1226;p28"/>
          <p:cNvSpPr txBox="1">
            <a:spLocks noGrp="1"/>
          </p:cNvSpPr>
          <p:nvPr>
            <p:ph type="subTitle" idx="3"/>
          </p:nvPr>
        </p:nvSpPr>
        <p:spPr>
          <a:xfrm>
            <a:off x="8224233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28"/>
          <p:cNvSpPr txBox="1">
            <a:spLocks noGrp="1"/>
          </p:cNvSpPr>
          <p:nvPr>
            <p:ph type="subTitle" idx="4"/>
          </p:nvPr>
        </p:nvSpPr>
        <p:spPr>
          <a:xfrm>
            <a:off x="8224233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28" name="Google Shape;1228;p28"/>
          <p:cNvSpPr txBox="1">
            <a:spLocks noGrp="1"/>
          </p:cNvSpPr>
          <p:nvPr>
            <p:ph type="subTitle" idx="5"/>
          </p:nvPr>
        </p:nvSpPr>
        <p:spPr>
          <a:xfrm>
            <a:off x="4587600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9" name="Google Shape;1229;p28"/>
          <p:cNvSpPr txBox="1">
            <a:spLocks noGrp="1"/>
          </p:cNvSpPr>
          <p:nvPr>
            <p:ph type="subTitle" idx="6"/>
          </p:nvPr>
        </p:nvSpPr>
        <p:spPr>
          <a:xfrm>
            <a:off x="4587600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230" name="Google Shape;1230;p28"/>
          <p:cNvGrpSpPr/>
          <p:nvPr/>
        </p:nvGrpSpPr>
        <p:grpSpPr>
          <a:xfrm>
            <a:off x="-1244752" y="6088026"/>
            <a:ext cx="3436213" cy="3518092"/>
            <a:chOff x="-1115775" y="4467744"/>
            <a:chExt cx="2577160" cy="2638569"/>
          </a:xfrm>
        </p:grpSpPr>
        <p:sp>
          <p:nvSpPr>
            <p:cNvPr id="1231" name="Google Shape;1231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32" name="Google Shape;1232;p2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33" name="Google Shape;1233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4" name="Google Shape;1234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5" name="Google Shape;1235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6" name="Google Shape;1236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7" name="Google Shape;1237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8" name="Google Shape;1238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9" name="Google Shape;1239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0" name="Google Shape;1240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1" name="Google Shape;1241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2" name="Google Shape;1242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3" name="Google Shape;1243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4" name="Google Shape;1244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5" name="Google Shape;1245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6" name="Google Shape;1246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47" name="Google Shape;1247;p28"/>
          <p:cNvGrpSpPr/>
          <p:nvPr/>
        </p:nvGrpSpPr>
        <p:grpSpPr>
          <a:xfrm flipH="1">
            <a:off x="10000548" y="6088026"/>
            <a:ext cx="3436213" cy="3518092"/>
            <a:chOff x="-1115775" y="4467744"/>
            <a:chExt cx="2577160" cy="2638569"/>
          </a:xfrm>
        </p:grpSpPr>
        <p:sp>
          <p:nvSpPr>
            <p:cNvPr id="1248" name="Google Shape;1248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49" name="Google Shape;1249;p2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50" name="Google Shape;1250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1" name="Google Shape;1251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2" name="Google Shape;1252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3" name="Google Shape;1253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4" name="Google Shape;1254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5" name="Google Shape;1255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6" name="Google Shape;1256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7" name="Google Shape;1257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8" name="Google Shape;1258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9" name="Google Shape;1259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0" name="Google Shape;1260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1" name="Google Shape;1261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2" name="Google Shape;1262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3" name="Google Shape;1263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218437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9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66" name="Google Shape;1266;p29"/>
          <p:cNvSpPr txBox="1">
            <a:spLocks noGrp="1"/>
          </p:cNvSpPr>
          <p:nvPr>
            <p:ph type="subTitle" idx="1"/>
          </p:nvPr>
        </p:nvSpPr>
        <p:spPr>
          <a:xfrm>
            <a:off x="2597217" y="2603365"/>
            <a:ext cx="28748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7" name="Google Shape;1267;p29"/>
          <p:cNvSpPr txBox="1">
            <a:spLocks noGrp="1"/>
          </p:cNvSpPr>
          <p:nvPr>
            <p:ph type="subTitle" idx="2"/>
          </p:nvPr>
        </p:nvSpPr>
        <p:spPr>
          <a:xfrm>
            <a:off x="2597217" y="1970300"/>
            <a:ext cx="2874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68" name="Google Shape;1268;p29"/>
          <p:cNvSpPr txBox="1">
            <a:spLocks noGrp="1"/>
          </p:cNvSpPr>
          <p:nvPr>
            <p:ph type="subTitle" idx="3"/>
          </p:nvPr>
        </p:nvSpPr>
        <p:spPr>
          <a:xfrm>
            <a:off x="2597217" y="4745935"/>
            <a:ext cx="28748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9" name="Google Shape;1269;p29"/>
          <p:cNvSpPr txBox="1">
            <a:spLocks noGrp="1"/>
          </p:cNvSpPr>
          <p:nvPr>
            <p:ph type="subTitle" idx="4"/>
          </p:nvPr>
        </p:nvSpPr>
        <p:spPr>
          <a:xfrm>
            <a:off x="2597217" y="4112869"/>
            <a:ext cx="2874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70" name="Google Shape;1270;p29"/>
          <p:cNvSpPr txBox="1">
            <a:spLocks noGrp="1"/>
          </p:cNvSpPr>
          <p:nvPr>
            <p:ph type="subTitle" idx="5"/>
          </p:nvPr>
        </p:nvSpPr>
        <p:spPr>
          <a:xfrm>
            <a:off x="7938851" y="2603353"/>
            <a:ext cx="2877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1" name="Google Shape;1271;p29"/>
          <p:cNvSpPr txBox="1">
            <a:spLocks noGrp="1"/>
          </p:cNvSpPr>
          <p:nvPr>
            <p:ph type="subTitle" idx="6"/>
          </p:nvPr>
        </p:nvSpPr>
        <p:spPr>
          <a:xfrm>
            <a:off x="7938851" y="1970284"/>
            <a:ext cx="2877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72" name="Google Shape;1272;p29"/>
          <p:cNvSpPr txBox="1">
            <a:spLocks noGrp="1"/>
          </p:cNvSpPr>
          <p:nvPr>
            <p:ph type="subTitle" idx="7"/>
          </p:nvPr>
        </p:nvSpPr>
        <p:spPr>
          <a:xfrm>
            <a:off x="7938851" y="4745936"/>
            <a:ext cx="2877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3" name="Google Shape;1273;p29"/>
          <p:cNvSpPr txBox="1">
            <a:spLocks noGrp="1"/>
          </p:cNvSpPr>
          <p:nvPr>
            <p:ph type="subTitle" idx="8"/>
          </p:nvPr>
        </p:nvSpPr>
        <p:spPr>
          <a:xfrm>
            <a:off x="7938851" y="4112867"/>
            <a:ext cx="2877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274" name="Google Shape;1274;p29"/>
          <p:cNvGrpSpPr/>
          <p:nvPr/>
        </p:nvGrpSpPr>
        <p:grpSpPr>
          <a:xfrm rot="-5400000" flipH="1">
            <a:off x="10386929" y="-2564383"/>
            <a:ext cx="3659033" cy="3637017"/>
            <a:chOff x="5985575" y="4420825"/>
            <a:chExt cx="2744275" cy="2727763"/>
          </a:xfrm>
        </p:grpSpPr>
        <p:sp>
          <p:nvSpPr>
            <p:cNvPr id="1275" name="Google Shape;1275;p2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76" name="Google Shape;1276;p2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77" name="Google Shape;1277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8" name="Google Shape;1278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9" name="Google Shape;1279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0" name="Google Shape;1280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1" name="Google Shape;1281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91" name="Google Shape;1291;p29"/>
          <p:cNvGrpSpPr/>
          <p:nvPr/>
        </p:nvGrpSpPr>
        <p:grpSpPr>
          <a:xfrm>
            <a:off x="-1079219" y="6171493"/>
            <a:ext cx="3436213" cy="3518092"/>
            <a:chOff x="-1115775" y="4467744"/>
            <a:chExt cx="2577160" cy="2638569"/>
          </a:xfrm>
        </p:grpSpPr>
        <p:sp>
          <p:nvSpPr>
            <p:cNvPr id="1292" name="Google Shape;1292;p29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93" name="Google Shape;1293;p29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94" name="Google Shape;1294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5" name="Google Shape;1295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6" name="Google Shape;1296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7" name="Google Shape;1297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8" name="Google Shape;1298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4" name="Google Shape;1304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5" name="Google Shape;1305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6" name="Google Shape;1306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7" name="Google Shape;1307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3052555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30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0" name="Google Shape;1310;p30"/>
          <p:cNvSpPr txBox="1">
            <a:spLocks noGrp="1"/>
          </p:cNvSpPr>
          <p:nvPr>
            <p:ph type="subTitle" idx="1"/>
          </p:nvPr>
        </p:nvSpPr>
        <p:spPr>
          <a:xfrm>
            <a:off x="1065767" y="4745935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1" name="Google Shape;1311;p30"/>
          <p:cNvSpPr txBox="1">
            <a:spLocks noGrp="1"/>
          </p:cNvSpPr>
          <p:nvPr>
            <p:ph type="subTitle" idx="2"/>
          </p:nvPr>
        </p:nvSpPr>
        <p:spPr>
          <a:xfrm>
            <a:off x="1065767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2" name="Google Shape;1312;p30"/>
          <p:cNvSpPr txBox="1">
            <a:spLocks noGrp="1"/>
          </p:cNvSpPr>
          <p:nvPr>
            <p:ph type="subTitle" idx="3"/>
          </p:nvPr>
        </p:nvSpPr>
        <p:spPr>
          <a:xfrm>
            <a:off x="8155433" y="4745933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3" name="Google Shape;1313;p30"/>
          <p:cNvSpPr txBox="1">
            <a:spLocks noGrp="1"/>
          </p:cNvSpPr>
          <p:nvPr>
            <p:ph type="subTitle" idx="4"/>
          </p:nvPr>
        </p:nvSpPr>
        <p:spPr>
          <a:xfrm>
            <a:off x="8155433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4" name="Google Shape;1314;p30"/>
          <p:cNvSpPr txBox="1">
            <a:spLocks noGrp="1"/>
          </p:cNvSpPr>
          <p:nvPr>
            <p:ph type="subTitle" idx="5"/>
          </p:nvPr>
        </p:nvSpPr>
        <p:spPr>
          <a:xfrm>
            <a:off x="4610600" y="4745935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p30"/>
          <p:cNvSpPr txBox="1">
            <a:spLocks noGrp="1"/>
          </p:cNvSpPr>
          <p:nvPr>
            <p:ph type="subTitle" idx="6"/>
          </p:nvPr>
        </p:nvSpPr>
        <p:spPr>
          <a:xfrm>
            <a:off x="4610600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6" name="Google Shape;1316;p30"/>
          <p:cNvSpPr txBox="1">
            <a:spLocks noGrp="1"/>
          </p:cNvSpPr>
          <p:nvPr>
            <p:ph type="subTitle" idx="7"/>
          </p:nvPr>
        </p:nvSpPr>
        <p:spPr>
          <a:xfrm>
            <a:off x="2838100" y="2603367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7" name="Google Shape;1317;p30"/>
          <p:cNvSpPr txBox="1">
            <a:spLocks noGrp="1"/>
          </p:cNvSpPr>
          <p:nvPr>
            <p:ph type="subTitle" idx="8"/>
          </p:nvPr>
        </p:nvSpPr>
        <p:spPr>
          <a:xfrm>
            <a:off x="2838100" y="1970300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8" name="Google Shape;1318;p30"/>
          <p:cNvSpPr txBox="1">
            <a:spLocks noGrp="1"/>
          </p:cNvSpPr>
          <p:nvPr>
            <p:ph type="subTitle" idx="9"/>
          </p:nvPr>
        </p:nvSpPr>
        <p:spPr>
          <a:xfrm>
            <a:off x="6383025" y="2603367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9" name="Google Shape;1319;p30"/>
          <p:cNvSpPr txBox="1">
            <a:spLocks noGrp="1"/>
          </p:cNvSpPr>
          <p:nvPr>
            <p:ph type="subTitle" idx="13"/>
          </p:nvPr>
        </p:nvSpPr>
        <p:spPr>
          <a:xfrm>
            <a:off x="6383017" y="1970300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320" name="Google Shape;1320;p30"/>
          <p:cNvGrpSpPr/>
          <p:nvPr/>
        </p:nvGrpSpPr>
        <p:grpSpPr>
          <a:xfrm flipH="1">
            <a:off x="10367126" y="5972994"/>
            <a:ext cx="3659033" cy="3637017"/>
            <a:chOff x="5985575" y="4420825"/>
            <a:chExt cx="2744275" cy="2727763"/>
          </a:xfrm>
        </p:grpSpPr>
        <p:sp>
          <p:nvSpPr>
            <p:cNvPr id="1321" name="Google Shape;1321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22" name="Google Shape;1322;p30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23" name="Google Shape;1323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4" name="Google Shape;1324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5" name="Google Shape;1325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0" name="Google Shape;1330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37" name="Google Shape;1337;p30"/>
          <p:cNvGrpSpPr/>
          <p:nvPr/>
        </p:nvGrpSpPr>
        <p:grpSpPr>
          <a:xfrm rot="10800000" flipH="1">
            <a:off x="-2028074" y="-2536039"/>
            <a:ext cx="3659033" cy="3637017"/>
            <a:chOff x="5985575" y="4420825"/>
            <a:chExt cx="2744275" cy="2727763"/>
          </a:xfrm>
        </p:grpSpPr>
        <p:sp>
          <p:nvSpPr>
            <p:cNvPr id="1338" name="Google Shape;1338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39" name="Google Shape;1339;p30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40" name="Google Shape;1340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9" name="Google Shape;1349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54" name="Google Shape;1354;p30"/>
          <p:cNvGrpSpPr/>
          <p:nvPr/>
        </p:nvGrpSpPr>
        <p:grpSpPr>
          <a:xfrm>
            <a:off x="-1805252" y="5874509"/>
            <a:ext cx="3436213" cy="3518092"/>
            <a:chOff x="-1115775" y="4467744"/>
            <a:chExt cx="2577160" cy="2638569"/>
          </a:xfrm>
        </p:grpSpPr>
        <p:sp>
          <p:nvSpPr>
            <p:cNvPr id="1355" name="Google Shape;1355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56" name="Google Shape;1356;p3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57" name="Google Shape;1357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71" name="Google Shape;1371;p30"/>
          <p:cNvGrpSpPr/>
          <p:nvPr/>
        </p:nvGrpSpPr>
        <p:grpSpPr>
          <a:xfrm rot="10800000">
            <a:off x="10277215" y="-2669891"/>
            <a:ext cx="3436213" cy="3518092"/>
            <a:chOff x="-1115775" y="4467744"/>
            <a:chExt cx="2577160" cy="2638569"/>
          </a:xfrm>
        </p:grpSpPr>
        <p:sp>
          <p:nvSpPr>
            <p:cNvPr id="1372" name="Google Shape;1372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73" name="Google Shape;1373;p3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74" name="Google Shape;1374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5" name="Google Shape;1375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6" name="Google Shape;1376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3" name="Google Shape;1383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4" name="Google Shape;1384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5" name="Google Shape;1385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6" name="Google Shape;1386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7" name="Google Shape;1387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2708385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90" name="Google Shape;1390;p31"/>
          <p:cNvSpPr txBox="1">
            <a:spLocks noGrp="1"/>
          </p:cNvSpPr>
          <p:nvPr>
            <p:ph type="subTitle" idx="1"/>
          </p:nvPr>
        </p:nvSpPr>
        <p:spPr>
          <a:xfrm>
            <a:off x="2218300" y="2271300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1" name="Google Shape;1391;p31"/>
          <p:cNvSpPr txBox="1">
            <a:spLocks noGrp="1"/>
          </p:cNvSpPr>
          <p:nvPr>
            <p:ph type="subTitle" idx="2"/>
          </p:nvPr>
        </p:nvSpPr>
        <p:spPr>
          <a:xfrm>
            <a:off x="2218300" y="1673300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2" name="Google Shape;1392;p31"/>
          <p:cNvSpPr txBox="1">
            <a:spLocks noGrp="1"/>
          </p:cNvSpPr>
          <p:nvPr>
            <p:ph type="subTitle" idx="3"/>
          </p:nvPr>
        </p:nvSpPr>
        <p:spPr>
          <a:xfrm>
            <a:off x="2218300" y="5323967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3" name="Google Shape;1393;p31"/>
          <p:cNvSpPr txBox="1">
            <a:spLocks noGrp="1"/>
          </p:cNvSpPr>
          <p:nvPr>
            <p:ph type="subTitle" idx="4"/>
          </p:nvPr>
        </p:nvSpPr>
        <p:spPr>
          <a:xfrm>
            <a:off x="2218300" y="4725967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4" name="Google Shape;1394;p31"/>
          <p:cNvSpPr txBox="1">
            <a:spLocks noGrp="1"/>
          </p:cNvSpPr>
          <p:nvPr>
            <p:ph type="subTitle" idx="5"/>
          </p:nvPr>
        </p:nvSpPr>
        <p:spPr>
          <a:xfrm>
            <a:off x="2218300" y="3797633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5" name="Google Shape;1395;p31"/>
          <p:cNvSpPr txBox="1">
            <a:spLocks noGrp="1"/>
          </p:cNvSpPr>
          <p:nvPr>
            <p:ph type="subTitle" idx="6"/>
          </p:nvPr>
        </p:nvSpPr>
        <p:spPr>
          <a:xfrm>
            <a:off x="2218300" y="3199633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6" name="Google Shape;1396;p31"/>
          <p:cNvSpPr txBox="1">
            <a:spLocks noGrp="1"/>
          </p:cNvSpPr>
          <p:nvPr>
            <p:ph type="subTitle" idx="7"/>
          </p:nvPr>
        </p:nvSpPr>
        <p:spPr>
          <a:xfrm>
            <a:off x="7782567" y="2271300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7" name="Google Shape;1397;p31"/>
          <p:cNvSpPr txBox="1">
            <a:spLocks noGrp="1"/>
          </p:cNvSpPr>
          <p:nvPr>
            <p:ph type="subTitle" idx="8"/>
          </p:nvPr>
        </p:nvSpPr>
        <p:spPr>
          <a:xfrm>
            <a:off x="7782567" y="1673300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8" name="Google Shape;1398;p31"/>
          <p:cNvSpPr txBox="1">
            <a:spLocks noGrp="1"/>
          </p:cNvSpPr>
          <p:nvPr>
            <p:ph type="subTitle" idx="9"/>
          </p:nvPr>
        </p:nvSpPr>
        <p:spPr>
          <a:xfrm>
            <a:off x="7782567" y="5323967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9" name="Google Shape;1399;p31"/>
          <p:cNvSpPr txBox="1">
            <a:spLocks noGrp="1"/>
          </p:cNvSpPr>
          <p:nvPr>
            <p:ph type="subTitle" idx="13"/>
          </p:nvPr>
        </p:nvSpPr>
        <p:spPr>
          <a:xfrm>
            <a:off x="7782567" y="4725967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400" name="Google Shape;1400;p31"/>
          <p:cNvSpPr txBox="1">
            <a:spLocks noGrp="1"/>
          </p:cNvSpPr>
          <p:nvPr>
            <p:ph type="subTitle" idx="14"/>
          </p:nvPr>
        </p:nvSpPr>
        <p:spPr>
          <a:xfrm>
            <a:off x="7782567" y="3797633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1" name="Google Shape;1401;p31"/>
          <p:cNvSpPr txBox="1">
            <a:spLocks noGrp="1"/>
          </p:cNvSpPr>
          <p:nvPr>
            <p:ph type="subTitle" idx="15"/>
          </p:nvPr>
        </p:nvSpPr>
        <p:spPr>
          <a:xfrm>
            <a:off x="7782567" y="3199633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402" name="Google Shape;1402;p31"/>
          <p:cNvGrpSpPr/>
          <p:nvPr/>
        </p:nvGrpSpPr>
        <p:grpSpPr>
          <a:xfrm rot="-5400000" flipH="1">
            <a:off x="10248020" y="-2762273"/>
            <a:ext cx="3659033" cy="3637017"/>
            <a:chOff x="5985575" y="4420825"/>
            <a:chExt cx="2744275" cy="2727763"/>
          </a:xfrm>
        </p:grpSpPr>
        <p:sp>
          <p:nvSpPr>
            <p:cNvPr id="1403" name="Google Shape;1403;p31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04" name="Google Shape;1404;p31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05" name="Google Shape;1405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19" name="Google Shape;1419;p31"/>
          <p:cNvGrpSpPr/>
          <p:nvPr/>
        </p:nvGrpSpPr>
        <p:grpSpPr>
          <a:xfrm rot="10800000" flipH="1">
            <a:off x="-1708752" y="-2702791"/>
            <a:ext cx="3436213" cy="3518092"/>
            <a:chOff x="-1115775" y="4467744"/>
            <a:chExt cx="2577160" cy="2638569"/>
          </a:xfrm>
        </p:grpSpPr>
        <p:sp>
          <p:nvSpPr>
            <p:cNvPr id="1420" name="Google Shape;1420;p3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21" name="Google Shape;1421;p3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22" name="Google Shape;1422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701390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2"/>
          <p:cNvSpPr txBox="1">
            <a:spLocks noGrp="1"/>
          </p:cNvSpPr>
          <p:nvPr>
            <p:ph type="title"/>
          </p:nvPr>
        </p:nvSpPr>
        <p:spPr>
          <a:xfrm>
            <a:off x="5665017" y="756067"/>
            <a:ext cx="50868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438" name="Google Shape;1438;p32"/>
          <p:cNvSpPr txBox="1">
            <a:spLocks noGrp="1"/>
          </p:cNvSpPr>
          <p:nvPr>
            <p:ph type="subTitle" idx="1"/>
          </p:nvPr>
        </p:nvSpPr>
        <p:spPr>
          <a:xfrm>
            <a:off x="5665033" y="3436468"/>
            <a:ext cx="5086800" cy="10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9pPr>
          </a:lstStyle>
          <a:p>
            <a:endParaRPr/>
          </a:p>
        </p:txBody>
      </p:sp>
      <p:sp>
        <p:nvSpPr>
          <p:cNvPr id="1439" name="Google Shape;1439;p32"/>
          <p:cNvSpPr txBox="1">
            <a:spLocks noGrp="1"/>
          </p:cNvSpPr>
          <p:nvPr>
            <p:ph type="subTitle" idx="2"/>
          </p:nvPr>
        </p:nvSpPr>
        <p:spPr>
          <a:xfrm>
            <a:off x="5665017" y="5425567"/>
            <a:ext cx="5086800" cy="4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9pPr>
          </a:lstStyle>
          <a:p>
            <a:endParaRPr/>
          </a:p>
        </p:txBody>
      </p:sp>
      <p:sp>
        <p:nvSpPr>
          <p:cNvPr id="1440" name="Google Shape;1440;p32"/>
          <p:cNvSpPr txBox="1"/>
          <p:nvPr/>
        </p:nvSpPr>
        <p:spPr>
          <a:xfrm>
            <a:off x="5665033" y="4559499"/>
            <a:ext cx="5086800" cy="8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018"/>
              <a:buFont typeface="Arial"/>
              <a:buNone/>
            </a:pP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33" kern="0">
              <a:solidFill>
                <a:srgbClr val="261E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1" name="Google Shape;1441;p32"/>
          <p:cNvGrpSpPr/>
          <p:nvPr/>
        </p:nvGrpSpPr>
        <p:grpSpPr>
          <a:xfrm rot="-5400000" flipH="1">
            <a:off x="-1625878" y="6001772"/>
            <a:ext cx="3659033" cy="3637017"/>
            <a:chOff x="5985575" y="4420825"/>
            <a:chExt cx="2744275" cy="2727763"/>
          </a:xfrm>
        </p:grpSpPr>
        <p:sp>
          <p:nvSpPr>
            <p:cNvPr id="1442" name="Google Shape;1442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3" name="Google Shape;1443;p3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6" name="Google Shape;1446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7" name="Google Shape;1447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8" name="Google Shape;1448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58" name="Google Shape;1458;p32"/>
          <p:cNvGrpSpPr/>
          <p:nvPr/>
        </p:nvGrpSpPr>
        <p:grpSpPr>
          <a:xfrm rot="-5400000" flipH="1">
            <a:off x="10670001" y="-2567565"/>
            <a:ext cx="3659033" cy="3637017"/>
            <a:chOff x="5985575" y="4420825"/>
            <a:chExt cx="2744275" cy="2727763"/>
          </a:xfrm>
        </p:grpSpPr>
        <p:sp>
          <p:nvSpPr>
            <p:cNvPr id="1459" name="Google Shape;1459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60" name="Google Shape;1460;p3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61" name="Google Shape;1461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75" name="Google Shape;1475;p32"/>
          <p:cNvGrpSpPr/>
          <p:nvPr/>
        </p:nvGrpSpPr>
        <p:grpSpPr>
          <a:xfrm rot="10800000" flipH="1">
            <a:off x="-1186719" y="-2603274"/>
            <a:ext cx="3436213" cy="3518092"/>
            <a:chOff x="-1115775" y="4467744"/>
            <a:chExt cx="2577160" cy="2638569"/>
          </a:xfrm>
        </p:grpSpPr>
        <p:sp>
          <p:nvSpPr>
            <p:cNvPr id="1476" name="Google Shape;1476;p3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77" name="Google Shape;1477;p3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78" name="Google Shape;1478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9" name="Google Shape;1479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0" name="Google Shape;1480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1" name="Google Shape;1481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2" name="Google Shape;1482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3" name="Google Shape;1483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5" name="Google Shape;1485;p3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6" name="Google Shape;1486;p3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7" name="Google Shape;1487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8" name="Google Shape;1488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228215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33"/>
          <p:cNvGrpSpPr/>
          <p:nvPr/>
        </p:nvGrpSpPr>
        <p:grpSpPr>
          <a:xfrm rot="-5400000" flipH="1">
            <a:off x="4582834" y="6162902"/>
            <a:ext cx="3659033" cy="3637017"/>
            <a:chOff x="5985575" y="4420825"/>
            <a:chExt cx="2744275" cy="2727763"/>
          </a:xfrm>
        </p:grpSpPr>
        <p:sp>
          <p:nvSpPr>
            <p:cNvPr id="1494" name="Google Shape;1494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95" name="Google Shape;1495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96" name="Google Shape;1496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7" name="Google Shape;1497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8" name="Google Shape;1498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9" name="Google Shape;1499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0" name="Google Shape;1500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1" name="Google Shape;1501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2" name="Google Shape;1502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3" name="Google Shape;1503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4" name="Google Shape;1504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5" name="Google Shape;1505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6" name="Google Shape;1506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7" name="Google Shape;1507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8" name="Google Shape;1508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9" name="Google Shape;1509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10" name="Google Shape;1510;p33"/>
          <p:cNvGrpSpPr/>
          <p:nvPr/>
        </p:nvGrpSpPr>
        <p:grpSpPr>
          <a:xfrm flipH="1">
            <a:off x="-1708766" y="-2951431"/>
            <a:ext cx="3659033" cy="3637017"/>
            <a:chOff x="5985575" y="4420825"/>
            <a:chExt cx="2744275" cy="2727763"/>
          </a:xfrm>
        </p:grpSpPr>
        <p:sp>
          <p:nvSpPr>
            <p:cNvPr id="1511" name="Google Shape;1511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12" name="Google Shape;1512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13" name="Google Shape;1513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4" name="Google Shape;1514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5" name="Google Shape;1515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6" name="Google Shape;1516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7" name="Google Shape;1517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8" name="Google Shape;1518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9" name="Google Shape;1519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0" name="Google Shape;1520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1" name="Google Shape;1521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2" name="Google Shape;1522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4" name="Google Shape;1524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5" name="Google Shape;1525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6" name="Google Shape;1526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27" name="Google Shape;1527;p33"/>
          <p:cNvGrpSpPr/>
          <p:nvPr/>
        </p:nvGrpSpPr>
        <p:grpSpPr>
          <a:xfrm rot="10800000">
            <a:off x="10464548" y="-2624658"/>
            <a:ext cx="3436213" cy="3518092"/>
            <a:chOff x="-1115775" y="4467744"/>
            <a:chExt cx="2577160" cy="2638569"/>
          </a:xfrm>
        </p:grpSpPr>
        <p:sp>
          <p:nvSpPr>
            <p:cNvPr id="1528" name="Google Shape;1528;p3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29" name="Google Shape;1529;p3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30" name="Google Shape;1530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1" name="Google Shape;1531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2" name="Google Shape;1532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3" name="Google Shape;1533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4" name="Google Shape;1534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5" name="Google Shape;1535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6" name="Google Shape;1536;p3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7" name="Google Shape;1537;p3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59023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34"/>
          <p:cNvGrpSpPr/>
          <p:nvPr/>
        </p:nvGrpSpPr>
        <p:grpSpPr>
          <a:xfrm rot="-5400000" flipH="1">
            <a:off x="-1836033" y="5958236"/>
            <a:ext cx="3659033" cy="3637017"/>
            <a:chOff x="5985575" y="4420825"/>
            <a:chExt cx="2744275" cy="2727763"/>
          </a:xfrm>
        </p:grpSpPr>
        <p:sp>
          <p:nvSpPr>
            <p:cNvPr id="1546" name="Google Shape;1546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47" name="Google Shape;1547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48" name="Google Shape;1548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9" name="Google Shape;1549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0" name="Google Shape;1550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3" name="Google Shape;1553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4" name="Google Shape;1554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5" name="Google Shape;1555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6" name="Google Shape;1556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7" name="Google Shape;1557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8" name="Google Shape;1558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9" name="Google Shape;1559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0" name="Google Shape;1560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1" name="Google Shape;1561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2" name="Google Shape;1562;p34"/>
          <p:cNvGrpSpPr/>
          <p:nvPr/>
        </p:nvGrpSpPr>
        <p:grpSpPr>
          <a:xfrm rot="5400000" flipH="1">
            <a:off x="10559434" y="-2940631"/>
            <a:ext cx="3659033" cy="3637017"/>
            <a:chOff x="5985575" y="4420825"/>
            <a:chExt cx="2744275" cy="2727763"/>
          </a:xfrm>
        </p:grpSpPr>
        <p:sp>
          <p:nvSpPr>
            <p:cNvPr id="1563" name="Google Shape;1563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64" name="Google Shape;1564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65" name="Google Shape;1565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7" name="Google Shape;1567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8" name="Google Shape;1568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9" name="Google Shape;1569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0" name="Google Shape;1570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1" name="Google Shape;1571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2" name="Google Shape;1572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3" name="Google Shape;1573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4" name="Google Shape;1574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5" name="Google Shape;1575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6" name="Google Shape;1576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7" name="Google Shape;1577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8" name="Google Shape;1578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79" name="Google Shape;1579;p34"/>
          <p:cNvGrpSpPr/>
          <p:nvPr/>
        </p:nvGrpSpPr>
        <p:grpSpPr>
          <a:xfrm flipH="1">
            <a:off x="10570448" y="5874509"/>
            <a:ext cx="3436213" cy="3518092"/>
            <a:chOff x="-1115775" y="4467744"/>
            <a:chExt cx="2577160" cy="2638569"/>
          </a:xfrm>
        </p:grpSpPr>
        <p:sp>
          <p:nvSpPr>
            <p:cNvPr id="1580" name="Google Shape;1580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81" name="Google Shape;1581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82" name="Google Shape;1582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3" name="Google Shape;1583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6" name="Google Shape;1596;p34"/>
          <p:cNvGrpSpPr/>
          <p:nvPr/>
        </p:nvGrpSpPr>
        <p:grpSpPr>
          <a:xfrm rot="10800000" flipH="1">
            <a:off x="-1521419" y="-2669891"/>
            <a:ext cx="3436213" cy="3518092"/>
            <a:chOff x="-1115775" y="4467744"/>
            <a:chExt cx="2577160" cy="2638569"/>
          </a:xfrm>
        </p:grpSpPr>
        <p:sp>
          <p:nvSpPr>
            <p:cNvPr id="1597" name="Google Shape;1597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98" name="Google Shape;1598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99" name="Google Shape;1599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636823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62233" y="2311433"/>
            <a:ext cx="5614800" cy="18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5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62233" y="4310833"/>
            <a:ext cx="56148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487700" y="5956993"/>
            <a:ext cx="3436213" cy="3518092"/>
            <a:chOff x="-1115775" y="4467744"/>
            <a:chExt cx="2577160" cy="2638569"/>
          </a:xfrm>
        </p:grpSpPr>
        <p:sp>
          <p:nvSpPr>
            <p:cNvPr id="12" name="Google Shape;12;p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7980768" y="5894434"/>
            <a:ext cx="3659033" cy="3637017"/>
            <a:chOff x="5985575" y="4420825"/>
            <a:chExt cx="2744275" cy="2727763"/>
          </a:xfrm>
        </p:grpSpPr>
        <p:sp>
          <p:nvSpPr>
            <p:cNvPr id="29" name="Google Shape;29;p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736066" y="1684329"/>
                <a:ext cx="1122388" cy="1100964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800052" y="1767251"/>
                <a:ext cx="1142033" cy="1118596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946313" y="1863204"/>
                <a:ext cx="1065738" cy="106835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874987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1334967" y="2930967"/>
            <a:ext cx="3966000" cy="2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 idx="2" hasCustomPrompt="1"/>
          </p:nvPr>
        </p:nvSpPr>
        <p:spPr>
          <a:xfrm>
            <a:off x="1334967" y="1509233"/>
            <a:ext cx="14348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grpSp>
        <p:nvGrpSpPr>
          <p:cNvPr id="48" name="Google Shape;48;p3"/>
          <p:cNvGrpSpPr/>
          <p:nvPr/>
        </p:nvGrpSpPr>
        <p:grpSpPr>
          <a:xfrm>
            <a:off x="-1487700" y="5956993"/>
            <a:ext cx="3436213" cy="3518092"/>
            <a:chOff x="-1115775" y="4467744"/>
            <a:chExt cx="2577160" cy="2638569"/>
          </a:xfrm>
        </p:grpSpPr>
        <p:sp>
          <p:nvSpPr>
            <p:cNvPr id="49" name="Google Shape;49;p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0" name="Google Shape;50;p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719252" y="1684329"/>
                <a:ext cx="1139072" cy="11362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83238" y="1767251"/>
                <a:ext cx="1158914" cy="116296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11210" y="1863204"/>
                <a:ext cx="1100907" cy="10943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5" name="Google Shape;65;p3"/>
          <p:cNvGrpSpPr/>
          <p:nvPr/>
        </p:nvGrpSpPr>
        <p:grpSpPr>
          <a:xfrm flipH="1">
            <a:off x="10379992" y="5769978"/>
            <a:ext cx="3659033" cy="3637017"/>
            <a:chOff x="5985575" y="4420825"/>
            <a:chExt cx="2744275" cy="2727763"/>
          </a:xfrm>
        </p:grpSpPr>
        <p:sp>
          <p:nvSpPr>
            <p:cNvPr id="66" name="Google Shape;66;p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7" name="Google Shape;67;p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788430" y="1684323"/>
                <a:ext cx="1070060" cy="107669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852417" y="1767253"/>
                <a:ext cx="1089683" cy="109432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98677" y="1863197"/>
                <a:ext cx="1013358" cy="10075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2" name="Google Shape;82;p3"/>
          <p:cNvGrpSpPr/>
          <p:nvPr/>
        </p:nvGrpSpPr>
        <p:grpSpPr>
          <a:xfrm>
            <a:off x="10501211" y="-2846112"/>
            <a:ext cx="3667491" cy="3655888"/>
            <a:chOff x="2724182" y="-1866850"/>
            <a:chExt cx="2750618" cy="2741916"/>
          </a:xfrm>
        </p:grpSpPr>
        <p:sp>
          <p:nvSpPr>
            <p:cNvPr id="83" name="Google Shape;83;p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4" name="Google Shape;84;p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717240" y="1684321"/>
                <a:ext cx="1141347" cy="115101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790377" y="1767255"/>
                <a:ext cx="1151707" cy="117774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1890925" y="1863197"/>
                <a:ext cx="1121111" cy="113663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4572730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"/>
          <p:cNvSpPr txBox="1">
            <a:spLocks noGrp="1"/>
          </p:cNvSpPr>
          <p:nvPr>
            <p:ph type="body" idx="1"/>
          </p:nvPr>
        </p:nvSpPr>
        <p:spPr>
          <a:xfrm>
            <a:off x="1435200" y="1514100"/>
            <a:ext cx="9321600" cy="17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02" name="Google Shape;102;p4"/>
          <p:cNvGrpSpPr/>
          <p:nvPr/>
        </p:nvGrpSpPr>
        <p:grpSpPr>
          <a:xfrm rot="10800000">
            <a:off x="10464538" y="-2668902"/>
            <a:ext cx="3436213" cy="3518092"/>
            <a:chOff x="-1115775" y="4467744"/>
            <a:chExt cx="2577160" cy="2638569"/>
          </a:xfrm>
        </p:grpSpPr>
        <p:sp>
          <p:nvSpPr>
            <p:cNvPr id="103" name="Google Shape;103;p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4" name="Google Shape;104;p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1710202" y="1684324"/>
                <a:ext cx="1148172" cy="113129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755915" y="1767243"/>
                <a:ext cx="1186227" cy="115803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1883883" y="1863199"/>
                <a:ext cx="1128219" cy="1116995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9" name="Google Shape;119;p4"/>
          <p:cNvGrpSpPr/>
          <p:nvPr/>
        </p:nvGrpSpPr>
        <p:grpSpPr>
          <a:xfrm rot="10800000" flipH="1">
            <a:off x="-1708750" y="-2787827"/>
            <a:ext cx="3659033" cy="3637017"/>
            <a:chOff x="5985575" y="4420825"/>
            <a:chExt cx="2744275" cy="2727763"/>
          </a:xfrm>
        </p:grpSpPr>
        <p:sp>
          <p:nvSpPr>
            <p:cNvPr id="120" name="Google Shape;120;p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1" name="Google Shape;121;p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1710155" y="1684324"/>
                <a:ext cx="1148172" cy="114400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819833" y="1767246"/>
                <a:ext cx="1122307" cy="1143432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929532" y="1863199"/>
                <a:ext cx="1082574" cy="109323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8607823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ubTitle" idx="1"/>
          </p:nvPr>
        </p:nvSpPr>
        <p:spPr>
          <a:xfrm>
            <a:off x="1798500" y="4326337"/>
            <a:ext cx="3475600" cy="10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ubTitle" idx="2"/>
          </p:nvPr>
        </p:nvSpPr>
        <p:spPr>
          <a:xfrm>
            <a:off x="1798500" y="3750133"/>
            <a:ext cx="3475600" cy="6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subTitle" idx="3"/>
          </p:nvPr>
        </p:nvSpPr>
        <p:spPr>
          <a:xfrm>
            <a:off x="6917900" y="4326337"/>
            <a:ext cx="3475600" cy="10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4"/>
          </p:nvPr>
        </p:nvSpPr>
        <p:spPr>
          <a:xfrm>
            <a:off x="6917900" y="3750133"/>
            <a:ext cx="3475600" cy="6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-2067403" y="5780671"/>
            <a:ext cx="3667491" cy="3655888"/>
            <a:chOff x="2724182" y="-1866850"/>
            <a:chExt cx="2750618" cy="2741916"/>
          </a:xfrm>
        </p:grpSpPr>
        <p:sp>
          <p:nvSpPr>
            <p:cNvPr id="143" name="Google Shape;143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" name="Google Shape;144;p5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" name="Google Shape;159;p5"/>
          <p:cNvGrpSpPr/>
          <p:nvPr/>
        </p:nvGrpSpPr>
        <p:grpSpPr>
          <a:xfrm rot="-5400000">
            <a:off x="-2180903" y="-2851912"/>
            <a:ext cx="3667491" cy="3655888"/>
            <a:chOff x="2724182" y="-1866850"/>
            <a:chExt cx="2750618" cy="2741916"/>
          </a:xfrm>
        </p:grpSpPr>
        <p:sp>
          <p:nvSpPr>
            <p:cNvPr id="160" name="Google Shape;160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6" name="Google Shape;176;p5"/>
          <p:cNvGrpSpPr/>
          <p:nvPr/>
        </p:nvGrpSpPr>
        <p:grpSpPr>
          <a:xfrm flipH="1">
            <a:off x="10033500" y="5955974"/>
            <a:ext cx="3436213" cy="3518092"/>
            <a:chOff x="-1115775" y="4467744"/>
            <a:chExt cx="2577160" cy="2638569"/>
          </a:xfrm>
        </p:grpSpPr>
        <p:sp>
          <p:nvSpPr>
            <p:cNvPr id="177" name="Google Shape;177;p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8" name="Google Shape;178;p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622259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6"/>
          <p:cNvGrpSpPr/>
          <p:nvPr/>
        </p:nvGrpSpPr>
        <p:grpSpPr>
          <a:xfrm rot="10800000">
            <a:off x="10569070" y="-2587075"/>
            <a:ext cx="3436213" cy="3518092"/>
            <a:chOff x="-1115775" y="4467744"/>
            <a:chExt cx="2577160" cy="2638569"/>
          </a:xfrm>
        </p:grpSpPr>
        <p:sp>
          <p:nvSpPr>
            <p:cNvPr id="196" name="Google Shape;196;p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p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1709084" y="1684325"/>
                <a:ext cx="1149310" cy="11654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1773071" y="1767246"/>
                <a:ext cx="1169157" cy="117395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873618" y="1863199"/>
                <a:ext cx="1138508" cy="112354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2" name="Google Shape;212;p6"/>
          <p:cNvGrpSpPr/>
          <p:nvPr/>
        </p:nvGrpSpPr>
        <p:grpSpPr>
          <a:xfrm>
            <a:off x="-1785079" y="5788100"/>
            <a:ext cx="3667491" cy="3655888"/>
            <a:chOff x="2724182" y="-1866850"/>
            <a:chExt cx="2750618" cy="2741916"/>
          </a:xfrm>
        </p:grpSpPr>
        <p:sp>
          <p:nvSpPr>
            <p:cNvPr id="213" name="Google Shape;213;p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4" name="Google Shape;214;p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098344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>
            <a:spLocks noGrp="1"/>
          </p:cNvSpPr>
          <p:nvPr>
            <p:ph type="title"/>
          </p:nvPr>
        </p:nvSpPr>
        <p:spPr>
          <a:xfrm>
            <a:off x="1027284" y="1533733"/>
            <a:ext cx="4248800" cy="21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7"/>
          <p:cNvSpPr txBox="1">
            <a:spLocks noGrp="1"/>
          </p:cNvSpPr>
          <p:nvPr>
            <p:ph type="subTitle" idx="1"/>
          </p:nvPr>
        </p:nvSpPr>
        <p:spPr>
          <a:xfrm>
            <a:off x="1027284" y="3915467"/>
            <a:ext cx="42488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7"/>
          <p:cNvSpPr>
            <a:spLocks noGrp="1"/>
          </p:cNvSpPr>
          <p:nvPr>
            <p:ph type="pic" idx="2"/>
          </p:nvPr>
        </p:nvSpPr>
        <p:spPr>
          <a:xfrm>
            <a:off x="6255067" y="908901"/>
            <a:ext cx="5040400" cy="5040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33" name="Google Shape;233;p7"/>
          <p:cNvGrpSpPr/>
          <p:nvPr/>
        </p:nvGrpSpPr>
        <p:grpSpPr>
          <a:xfrm rot="10800000" flipH="1">
            <a:off x="3103760" y="6144753"/>
            <a:ext cx="3667491" cy="3655888"/>
            <a:chOff x="2724182" y="-1866850"/>
            <a:chExt cx="2750618" cy="2741916"/>
          </a:xfrm>
        </p:grpSpPr>
        <p:sp>
          <p:nvSpPr>
            <p:cNvPr id="234" name="Google Shape;234;p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35" name="Google Shape;235;p7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1748916" y="1684327"/>
                <a:ext cx="1109495" cy="111233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1831191" y="1767249"/>
                <a:ext cx="1110926" cy="111177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1922602" y="1863202"/>
                <a:ext cx="1089496" cy="108893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0" name="Google Shape;250;p7"/>
          <p:cNvGrpSpPr/>
          <p:nvPr/>
        </p:nvGrpSpPr>
        <p:grpSpPr>
          <a:xfrm rot="10800000" flipH="1">
            <a:off x="-1677565" y="-2587075"/>
            <a:ext cx="3436213" cy="3518092"/>
            <a:chOff x="-1115775" y="4467744"/>
            <a:chExt cx="2577160" cy="2638569"/>
          </a:xfrm>
        </p:grpSpPr>
        <p:sp>
          <p:nvSpPr>
            <p:cNvPr id="251" name="Google Shape;251;p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52" name="Google Shape;252;p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1718221" y="1684321"/>
                <a:ext cx="1140209" cy="111271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1763934" y="1767251"/>
                <a:ext cx="1178261" cy="114855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1928468" y="1863204"/>
                <a:ext cx="1083509" cy="109828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7" name="Google Shape;267;p7"/>
          <p:cNvGrpSpPr/>
          <p:nvPr/>
        </p:nvGrpSpPr>
        <p:grpSpPr>
          <a:xfrm rot="10800000">
            <a:off x="10210533" y="-2643442"/>
            <a:ext cx="3659033" cy="3637017"/>
            <a:chOff x="5985575" y="4420825"/>
            <a:chExt cx="2744275" cy="2727763"/>
          </a:xfrm>
        </p:grpSpPr>
        <p:sp>
          <p:nvSpPr>
            <p:cNvPr id="268" name="Google Shape;268;p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9" name="Google Shape;269;p7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1716762" y="1684320"/>
                <a:ext cx="1141726" cy="1127317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1789900" y="1767251"/>
                <a:ext cx="1152276" cy="112674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1881311" y="1863204"/>
                <a:ext cx="1130651" cy="112204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95578673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>
            <a:spLocks noGrp="1"/>
          </p:cNvSpPr>
          <p:nvPr>
            <p:ph type="title"/>
          </p:nvPr>
        </p:nvSpPr>
        <p:spPr>
          <a:xfrm>
            <a:off x="2630400" y="1882000"/>
            <a:ext cx="6931200" cy="2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 rot="10800000" flipH="1">
            <a:off x="-2162977" y="-2488545"/>
            <a:ext cx="3659033" cy="3637017"/>
            <a:chOff x="5985575" y="4420825"/>
            <a:chExt cx="2744275" cy="2727763"/>
          </a:xfrm>
        </p:grpSpPr>
        <p:sp>
          <p:nvSpPr>
            <p:cNvPr id="287" name="Google Shape;287;p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88" name="Google Shape;288;p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1700256" y="1684326"/>
                <a:ext cx="1158221" cy="111764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1791667" y="1767247"/>
                <a:ext cx="1150569" cy="113528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1937927" y="1863201"/>
                <a:ext cx="1074156" cy="108500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3" name="Google Shape;303;p8"/>
          <p:cNvGrpSpPr/>
          <p:nvPr/>
        </p:nvGrpSpPr>
        <p:grpSpPr>
          <a:xfrm>
            <a:off x="10675597" y="-2710011"/>
            <a:ext cx="3667491" cy="3655888"/>
            <a:chOff x="2724182" y="-1866850"/>
            <a:chExt cx="2750618" cy="2741916"/>
          </a:xfrm>
        </p:grpSpPr>
        <p:sp>
          <p:nvSpPr>
            <p:cNvPr id="304" name="Google Shape;304;p8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5" name="Google Shape;305;p8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06" name="Google Shape;306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1718544" y="1684326"/>
                <a:ext cx="1139830" cy="112542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1800803" y="1767246"/>
                <a:ext cx="1141274" cy="1143053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1883078" y="1863201"/>
                <a:ext cx="1128967" cy="113850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20" name="Google Shape;320;p8"/>
          <p:cNvGrpSpPr/>
          <p:nvPr/>
        </p:nvGrpSpPr>
        <p:grpSpPr>
          <a:xfrm flipH="1">
            <a:off x="9934282" y="6055193"/>
            <a:ext cx="3436213" cy="3518092"/>
            <a:chOff x="-1115775" y="4467744"/>
            <a:chExt cx="2577160" cy="2638569"/>
          </a:xfrm>
        </p:grpSpPr>
        <p:sp>
          <p:nvSpPr>
            <p:cNvPr id="321" name="Google Shape;321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2" name="Google Shape;322;p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37" name="Google Shape;337;p8"/>
          <p:cNvGrpSpPr/>
          <p:nvPr/>
        </p:nvGrpSpPr>
        <p:grpSpPr>
          <a:xfrm>
            <a:off x="-1244752" y="6055193"/>
            <a:ext cx="3436213" cy="3518092"/>
            <a:chOff x="-1115775" y="4467744"/>
            <a:chExt cx="2577160" cy="2638569"/>
          </a:xfrm>
        </p:grpSpPr>
        <p:sp>
          <p:nvSpPr>
            <p:cNvPr id="338" name="Google Shape;338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9" name="Google Shape;339;p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40" name="Google Shape;340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7016428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5702567" y="1818867"/>
            <a:ext cx="5538400" cy="10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356" name="Google Shape;356;p9"/>
          <p:cNvSpPr txBox="1">
            <a:spLocks noGrp="1"/>
          </p:cNvSpPr>
          <p:nvPr>
            <p:ph type="subTitle" idx="1"/>
          </p:nvPr>
        </p:nvSpPr>
        <p:spPr>
          <a:xfrm>
            <a:off x="5702567" y="3073824"/>
            <a:ext cx="5538400" cy="1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357" name="Google Shape;357;p9"/>
          <p:cNvGrpSpPr/>
          <p:nvPr/>
        </p:nvGrpSpPr>
        <p:grpSpPr>
          <a:xfrm rot="5400000" flipH="1">
            <a:off x="10422261" y="-2579462"/>
            <a:ext cx="3548364" cy="3434423"/>
            <a:chOff x="-1199887" y="4530496"/>
            <a:chExt cx="2661273" cy="2575817"/>
          </a:xfrm>
        </p:grpSpPr>
        <p:sp>
          <p:nvSpPr>
            <p:cNvPr id="358" name="Google Shape;358;p9"/>
            <p:cNvSpPr/>
            <p:nvPr/>
          </p:nvSpPr>
          <p:spPr>
            <a:xfrm>
              <a:off x="-1199887" y="4720752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9" name="Google Shape;359;p9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74" name="Google Shape;374;p9"/>
          <p:cNvGrpSpPr/>
          <p:nvPr/>
        </p:nvGrpSpPr>
        <p:grpSpPr>
          <a:xfrm rot="5400000">
            <a:off x="-1666040" y="-2647892"/>
            <a:ext cx="3667491" cy="3655888"/>
            <a:chOff x="2724182" y="-1866850"/>
            <a:chExt cx="2750618" cy="2741916"/>
          </a:xfrm>
        </p:grpSpPr>
        <p:sp>
          <p:nvSpPr>
            <p:cNvPr id="375" name="Google Shape;375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6" name="Google Shape;376;p9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1" name="Google Shape;391;p9"/>
          <p:cNvGrpSpPr/>
          <p:nvPr/>
        </p:nvGrpSpPr>
        <p:grpSpPr>
          <a:xfrm rot="10800000">
            <a:off x="3964579" y="6033385"/>
            <a:ext cx="3667491" cy="3655888"/>
            <a:chOff x="2724182" y="-1866850"/>
            <a:chExt cx="2750618" cy="2741916"/>
          </a:xfrm>
        </p:grpSpPr>
        <p:sp>
          <p:nvSpPr>
            <p:cNvPr id="392" name="Google Shape;392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93" name="Google Shape;393;p9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94" name="Google Shape;394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283564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>
            <a:spLocks noGrp="1"/>
          </p:cNvSpPr>
          <p:nvPr>
            <p:ph type="pic" idx="2"/>
          </p:nvPr>
        </p:nvSpPr>
        <p:spPr>
          <a:xfrm>
            <a:off x="-133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10"/>
          <p:cNvSpPr txBox="1">
            <a:spLocks noGrp="1"/>
          </p:cNvSpPr>
          <p:nvPr>
            <p:ph type="title"/>
          </p:nvPr>
        </p:nvSpPr>
        <p:spPr>
          <a:xfrm>
            <a:off x="5017033" y="4502767"/>
            <a:ext cx="6224000" cy="1642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36321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>
            <a:spLocks noGrp="1"/>
          </p:cNvSpPr>
          <p:nvPr>
            <p:ph type="title" hasCustomPrompt="1"/>
          </p:nvPr>
        </p:nvSpPr>
        <p:spPr>
          <a:xfrm>
            <a:off x="1438400" y="1710577"/>
            <a:ext cx="9315200" cy="22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>
            <a:spLocks noGrp="1"/>
          </p:cNvSpPr>
          <p:nvPr>
            <p:ph type="subTitle" idx="1"/>
          </p:nvPr>
        </p:nvSpPr>
        <p:spPr>
          <a:xfrm>
            <a:off x="1438400" y="4173867"/>
            <a:ext cx="93152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414" name="Google Shape;414;p11"/>
          <p:cNvGrpSpPr/>
          <p:nvPr/>
        </p:nvGrpSpPr>
        <p:grpSpPr>
          <a:xfrm flipH="1">
            <a:off x="4266748" y="6134563"/>
            <a:ext cx="3436213" cy="3518092"/>
            <a:chOff x="-1115775" y="4467744"/>
            <a:chExt cx="2577160" cy="2638569"/>
          </a:xfrm>
        </p:grpSpPr>
        <p:sp>
          <p:nvSpPr>
            <p:cNvPr id="415" name="Google Shape;415;p1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6" name="Google Shape;416;p1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417" name="Google Shape;417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9" name="Google Shape;419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0" name="Google Shape;420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2" name="Google Shape;422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3" name="Google Shape;423;p1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1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31" name="Google Shape;431;p11"/>
          <p:cNvGrpSpPr/>
          <p:nvPr/>
        </p:nvGrpSpPr>
        <p:grpSpPr>
          <a:xfrm>
            <a:off x="10675611" y="-2677645"/>
            <a:ext cx="3667491" cy="3655888"/>
            <a:chOff x="2724182" y="-1866850"/>
            <a:chExt cx="2750618" cy="2741916"/>
          </a:xfrm>
        </p:grpSpPr>
        <p:sp>
          <p:nvSpPr>
            <p:cNvPr id="432" name="Google Shape;432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33" name="Google Shape;433;p1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34" name="Google Shape;434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7" name="Google Shape;437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8" name="Google Shape;438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9" name="Google Shape;439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48" name="Google Shape;448;p11"/>
          <p:cNvGrpSpPr/>
          <p:nvPr/>
        </p:nvGrpSpPr>
        <p:grpSpPr>
          <a:xfrm rot="5400000">
            <a:off x="-1962144" y="-2480845"/>
            <a:ext cx="3667491" cy="3655888"/>
            <a:chOff x="2724182" y="-1866850"/>
            <a:chExt cx="2750618" cy="2741916"/>
          </a:xfrm>
        </p:grpSpPr>
        <p:sp>
          <p:nvSpPr>
            <p:cNvPr id="449" name="Google Shape;449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50" name="Google Shape;450;p1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4024795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03517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3"/>
          <p:cNvSpPr txBox="1">
            <a:spLocks noGrp="1"/>
          </p:cNvSpPr>
          <p:nvPr>
            <p:ph type="subTitle" idx="1"/>
          </p:nvPr>
        </p:nvSpPr>
        <p:spPr>
          <a:xfrm>
            <a:off x="2328767" y="2224432"/>
            <a:ext cx="32924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69" name="Google Shape;469;p13"/>
          <p:cNvSpPr txBox="1">
            <a:spLocks noGrp="1"/>
          </p:cNvSpPr>
          <p:nvPr>
            <p:ph type="title" idx="2" hasCustomPrompt="1"/>
          </p:nvPr>
        </p:nvSpPr>
        <p:spPr>
          <a:xfrm>
            <a:off x="1090600" y="2224432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0" name="Google Shape;470;p13"/>
          <p:cNvSpPr txBox="1">
            <a:spLocks noGrp="1"/>
          </p:cNvSpPr>
          <p:nvPr>
            <p:ph type="subTitle" idx="3"/>
          </p:nvPr>
        </p:nvSpPr>
        <p:spPr>
          <a:xfrm>
            <a:off x="2328767" y="4298797"/>
            <a:ext cx="32924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1" name="Google Shape;471;p13"/>
          <p:cNvSpPr txBox="1">
            <a:spLocks noGrp="1"/>
          </p:cNvSpPr>
          <p:nvPr>
            <p:ph type="title" idx="4" hasCustomPrompt="1"/>
          </p:nvPr>
        </p:nvSpPr>
        <p:spPr>
          <a:xfrm>
            <a:off x="1090600" y="4298797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2" name="Google Shape;472;p13"/>
          <p:cNvSpPr txBox="1">
            <a:spLocks noGrp="1"/>
          </p:cNvSpPr>
          <p:nvPr>
            <p:ph type="subTitle" idx="5"/>
          </p:nvPr>
        </p:nvSpPr>
        <p:spPr>
          <a:xfrm>
            <a:off x="7744833" y="2224432"/>
            <a:ext cx="34136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3" name="Google Shape;473;p13"/>
          <p:cNvSpPr txBox="1">
            <a:spLocks noGrp="1"/>
          </p:cNvSpPr>
          <p:nvPr>
            <p:ph type="title" idx="6" hasCustomPrompt="1"/>
          </p:nvPr>
        </p:nvSpPr>
        <p:spPr>
          <a:xfrm>
            <a:off x="6506667" y="2224432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4" name="Google Shape;474;p13"/>
          <p:cNvSpPr txBox="1">
            <a:spLocks noGrp="1"/>
          </p:cNvSpPr>
          <p:nvPr>
            <p:ph type="subTitle" idx="7"/>
          </p:nvPr>
        </p:nvSpPr>
        <p:spPr>
          <a:xfrm>
            <a:off x="7744833" y="4298797"/>
            <a:ext cx="34136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5" name="Google Shape;475;p13"/>
          <p:cNvSpPr txBox="1">
            <a:spLocks noGrp="1"/>
          </p:cNvSpPr>
          <p:nvPr>
            <p:ph type="title" idx="8" hasCustomPrompt="1"/>
          </p:nvPr>
        </p:nvSpPr>
        <p:spPr>
          <a:xfrm>
            <a:off x="6506667" y="4298797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grpSp>
        <p:nvGrpSpPr>
          <p:cNvPr id="476" name="Google Shape;476;p13"/>
          <p:cNvGrpSpPr/>
          <p:nvPr/>
        </p:nvGrpSpPr>
        <p:grpSpPr>
          <a:xfrm>
            <a:off x="-1847023" y="5947230"/>
            <a:ext cx="3659033" cy="3637017"/>
            <a:chOff x="5985575" y="4420825"/>
            <a:chExt cx="2744275" cy="2727763"/>
          </a:xfrm>
        </p:grpSpPr>
        <p:sp>
          <p:nvSpPr>
            <p:cNvPr id="477" name="Google Shape;477;p1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78" name="Google Shape;478;p1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1732963" y="1684323"/>
                <a:ext cx="1125421" cy="109868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1796949" y="1767253"/>
                <a:ext cx="1145258" cy="1143622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1943210" y="1863197"/>
                <a:ext cx="1068918" cy="109342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3" name="Google Shape;493;p13"/>
          <p:cNvGrpSpPr/>
          <p:nvPr/>
        </p:nvGrpSpPr>
        <p:grpSpPr>
          <a:xfrm>
            <a:off x="10501211" y="-2846112"/>
            <a:ext cx="3667491" cy="3655888"/>
            <a:chOff x="2724182" y="-1866850"/>
            <a:chExt cx="2750618" cy="2741916"/>
          </a:xfrm>
        </p:grpSpPr>
        <p:sp>
          <p:nvSpPr>
            <p:cNvPr id="494" name="Google Shape;494;p1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5" name="Google Shape;495;p1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96" name="Google Shape;496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flipH="1">
            <a:off x="10570443" y="5874497"/>
            <a:ext cx="3436213" cy="3518092"/>
            <a:chOff x="-1115775" y="4467744"/>
            <a:chExt cx="2577160" cy="2638569"/>
          </a:xfrm>
        </p:grpSpPr>
        <p:sp>
          <p:nvSpPr>
            <p:cNvPr id="511" name="Google Shape;511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2" name="Google Shape;512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1736082" y="1684323"/>
                <a:ext cx="1122388" cy="112826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1781796" y="1767253"/>
                <a:ext cx="1160432" cy="114570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1891495" y="1863197"/>
                <a:ext cx="1120549" cy="114131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27" name="Google Shape;527;p13"/>
          <p:cNvGrpSpPr/>
          <p:nvPr/>
        </p:nvGrpSpPr>
        <p:grpSpPr>
          <a:xfrm rot="10800000" flipH="1">
            <a:off x="-1521424" y="-2669879"/>
            <a:ext cx="3436213" cy="3518092"/>
            <a:chOff x="-1115775" y="4467744"/>
            <a:chExt cx="2577160" cy="2638569"/>
          </a:xfrm>
        </p:grpSpPr>
        <p:sp>
          <p:nvSpPr>
            <p:cNvPr id="528" name="Google Shape;528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29" name="Google Shape;529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30" name="Google Shape;530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1738076" y="1684323"/>
                <a:ext cx="1120302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1747229" y="1767253"/>
                <a:ext cx="1194952" cy="117490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1866065" y="1863197"/>
                <a:ext cx="1145991" cy="113383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017982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1044200" y="4909633"/>
            <a:ext cx="1010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1044200" y="2632535"/>
            <a:ext cx="10103600" cy="20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9pPr>
          </a:lstStyle>
          <a:p>
            <a:endParaRPr/>
          </a:p>
        </p:txBody>
      </p:sp>
      <p:grpSp>
        <p:nvGrpSpPr>
          <p:cNvPr id="547" name="Google Shape;547;p14"/>
          <p:cNvGrpSpPr/>
          <p:nvPr/>
        </p:nvGrpSpPr>
        <p:grpSpPr>
          <a:xfrm rot="5400000" flipH="1">
            <a:off x="10153545" y="-2434998"/>
            <a:ext cx="3535664" cy="3434423"/>
            <a:chOff x="-1190362" y="4530496"/>
            <a:chExt cx="2651748" cy="2575817"/>
          </a:xfrm>
        </p:grpSpPr>
        <p:sp>
          <p:nvSpPr>
            <p:cNvPr id="548" name="Google Shape;548;p14"/>
            <p:cNvSpPr/>
            <p:nvPr/>
          </p:nvSpPr>
          <p:spPr>
            <a:xfrm>
              <a:off x="-1190362" y="47725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49" name="Google Shape;549;p1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50" name="Google Shape;550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4" name="Google Shape;564;p14"/>
          <p:cNvGrpSpPr/>
          <p:nvPr/>
        </p:nvGrpSpPr>
        <p:grpSpPr>
          <a:xfrm rot="5400000">
            <a:off x="-2059656" y="-2545745"/>
            <a:ext cx="3667491" cy="3655888"/>
            <a:chOff x="2724182" y="-1866850"/>
            <a:chExt cx="2750618" cy="2741916"/>
          </a:xfrm>
        </p:grpSpPr>
        <p:sp>
          <p:nvSpPr>
            <p:cNvPr id="565" name="Google Shape;565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66" name="Google Shape;566;p14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67" name="Google Shape;567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81" name="Google Shape;581;p14"/>
          <p:cNvGrpSpPr/>
          <p:nvPr/>
        </p:nvGrpSpPr>
        <p:grpSpPr>
          <a:xfrm rot="10800000">
            <a:off x="-2186690" y="5995121"/>
            <a:ext cx="3667491" cy="3655888"/>
            <a:chOff x="2724182" y="-1866850"/>
            <a:chExt cx="2750618" cy="2741916"/>
          </a:xfrm>
        </p:grpSpPr>
        <p:sp>
          <p:nvSpPr>
            <p:cNvPr id="582" name="Google Shape;582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83" name="Google Shape;583;p14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84" name="Google Shape;584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5" name="Google Shape;585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8811375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5"/>
          <p:cNvSpPr txBox="1">
            <a:spLocks noGrp="1"/>
          </p:cNvSpPr>
          <p:nvPr>
            <p:ph type="title"/>
          </p:nvPr>
        </p:nvSpPr>
        <p:spPr>
          <a:xfrm>
            <a:off x="7275033" y="2829367"/>
            <a:ext cx="3966000" cy="2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600" name="Google Shape;600;p15"/>
          <p:cNvSpPr txBox="1">
            <a:spLocks noGrp="1"/>
          </p:cNvSpPr>
          <p:nvPr>
            <p:ph type="title" idx="2" hasCustomPrompt="1"/>
          </p:nvPr>
        </p:nvSpPr>
        <p:spPr>
          <a:xfrm>
            <a:off x="9806233" y="1407633"/>
            <a:ext cx="14348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grpSp>
        <p:nvGrpSpPr>
          <p:cNvPr id="601" name="Google Shape;601;p15"/>
          <p:cNvGrpSpPr/>
          <p:nvPr/>
        </p:nvGrpSpPr>
        <p:grpSpPr>
          <a:xfrm rot="5400000" flipH="1">
            <a:off x="-1931281" y="5448269"/>
            <a:ext cx="3659033" cy="3637017"/>
            <a:chOff x="5985575" y="4420825"/>
            <a:chExt cx="2744275" cy="2727763"/>
          </a:xfrm>
        </p:grpSpPr>
        <p:sp>
          <p:nvSpPr>
            <p:cNvPr id="602" name="Google Shape;602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03" name="Google Shape;603;p15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04" name="Google Shape;604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5" name="Google Shape;605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6" name="Google Shape;606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7" name="Google Shape;607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8" name="Google Shape;608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9" name="Google Shape;609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0" name="Google Shape;610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1" name="Google Shape;611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2" name="Google Shape;612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3" name="Google Shape;613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5" name="Google Shape;615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6" name="Google Shape;616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7" name="Google Shape;617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18" name="Google Shape;618;p15"/>
          <p:cNvGrpSpPr/>
          <p:nvPr/>
        </p:nvGrpSpPr>
        <p:grpSpPr>
          <a:xfrm rot="5400000" flipH="1">
            <a:off x="10711586" y="5428425"/>
            <a:ext cx="3659033" cy="3637017"/>
            <a:chOff x="5985575" y="4420825"/>
            <a:chExt cx="2744275" cy="2727763"/>
          </a:xfrm>
        </p:grpSpPr>
        <p:sp>
          <p:nvSpPr>
            <p:cNvPr id="619" name="Google Shape;619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20" name="Google Shape;620;p15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35" name="Google Shape;635;p15"/>
          <p:cNvGrpSpPr/>
          <p:nvPr/>
        </p:nvGrpSpPr>
        <p:grpSpPr>
          <a:xfrm rot="10800000">
            <a:off x="4942281" y="-3001974"/>
            <a:ext cx="3436213" cy="3518092"/>
            <a:chOff x="-1115775" y="4467744"/>
            <a:chExt cx="2577160" cy="2638569"/>
          </a:xfrm>
        </p:grpSpPr>
        <p:sp>
          <p:nvSpPr>
            <p:cNvPr id="636" name="Google Shape;636;p1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37" name="Google Shape;637;p1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38" name="Google Shape;638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5" name="Google Shape;645;p1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6" name="Google Shape;646;p1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7" name="Google Shape;647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8" name="Google Shape;648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9" name="Google Shape;649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0" name="Google Shape;650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1" name="Google Shape;651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905555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654" name="Google Shape;654;p16"/>
          <p:cNvSpPr txBox="1">
            <a:spLocks noGrp="1"/>
          </p:cNvSpPr>
          <p:nvPr>
            <p:ph type="subTitle" idx="1"/>
          </p:nvPr>
        </p:nvSpPr>
        <p:spPr>
          <a:xfrm>
            <a:off x="1057133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5" name="Google Shape;655;p16"/>
          <p:cNvSpPr txBox="1">
            <a:spLocks noGrp="1"/>
          </p:cNvSpPr>
          <p:nvPr>
            <p:ph type="title" idx="2" hasCustomPrompt="1"/>
          </p:nvPr>
        </p:nvSpPr>
        <p:spPr>
          <a:xfrm>
            <a:off x="1057133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56" name="Google Shape;656;p16"/>
          <p:cNvSpPr txBox="1">
            <a:spLocks noGrp="1"/>
          </p:cNvSpPr>
          <p:nvPr>
            <p:ph type="subTitle" idx="3"/>
          </p:nvPr>
        </p:nvSpPr>
        <p:spPr>
          <a:xfrm>
            <a:off x="1057133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657" name="Google Shape;657;p16"/>
          <p:cNvSpPr txBox="1">
            <a:spLocks noGrp="1"/>
          </p:cNvSpPr>
          <p:nvPr>
            <p:ph type="subTitle" idx="4"/>
          </p:nvPr>
        </p:nvSpPr>
        <p:spPr>
          <a:xfrm>
            <a:off x="8146833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16"/>
          <p:cNvSpPr txBox="1">
            <a:spLocks noGrp="1"/>
          </p:cNvSpPr>
          <p:nvPr>
            <p:ph type="title" idx="5" hasCustomPrompt="1"/>
          </p:nvPr>
        </p:nvSpPr>
        <p:spPr>
          <a:xfrm>
            <a:off x="8146833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59" name="Google Shape;659;p16"/>
          <p:cNvSpPr txBox="1">
            <a:spLocks noGrp="1"/>
          </p:cNvSpPr>
          <p:nvPr>
            <p:ph type="subTitle" idx="6"/>
          </p:nvPr>
        </p:nvSpPr>
        <p:spPr>
          <a:xfrm>
            <a:off x="8146833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660" name="Google Shape;660;p16"/>
          <p:cNvSpPr txBox="1">
            <a:spLocks noGrp="1"/>
          </p:cNvSpPr>
          <p:nvPr>
            <p:ph type="subTitle" idx="7"/>
          </p:nvPr>
        </p:nvSpPr>
        <p:spPr>
          <a:xfrm>
            <a:off x="4602000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6"/>
          <p:cNvSpPr txBox="1">
            <a:spLocks noGrp="1"/>
          </p:cNvSpPr>
          <p:nvPr>
            <p:ph type="title" idx="8" hasCustomPrompt="1"/>
          </p:nvPr>
        </p:nvSpPr>
        <p:spPr>
          <a:xfrm>
            <a:off x="4602000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62" name="Google Shape;662;p16"/>
          <p:cNvSpPr txBox="1">
            <a:spLocks noGrp="1"/>
          </p:cNvSpPr>
          <p:nvPr>
            <p:ph type="subTitle" idx="9"/>
          </p:nvPr>
        </p:nvSpPr>
        <p:spPr>
          <a:xfrm>
            <a:off x="4602000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663" name="Google Shape;663;p16"/>
          <p:cNvGrpSpPr/>
          <p:nvPr/>
        </p:nvGrpSpPr>
        <p:grpSpPr>
          <a:xfrm rot="10800000" flipH="1">
            <a:off x="-2016481" y="-2587098"/>
            <a:ext cx="3659033" cy="3637017"/>
            <a:chOff x="5985575" y="4420825"/>
            <a:chExt cx="2744275" cy="2727763"/>
          </a:xfrm>
        </p:grpSpPr>
        <p:sp>
          <p:nvSpPr>
            <p:cNvPr id="664" name="Google Shape;664;p16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5" name="Google Shape;665;p16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66" name="Google Shape;666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7" name="Google Shape;667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8" name="Google Shape;668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9" name="Google Shape;669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0" name="Google Shape;670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1" name="Google Shape;671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9" name="Google Shape;679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80" name="Google Shape;680;p16"/>
          <p:cNvGrpSpPr/>
          <p:nvPr/>
        </p:nvGrpSpPr>
        <p:grpSpPr>
          <a:xfrm flipH="1">
            <a:off x="10569082" y="5844159"/>
            <a:ext cx="3436213" cy="3518092"/>
            <a:chOff x="-1115775" y="4467744"/>
            <a:chExt cx="2577160" cy="2638569"/>
          </a:xfrm>
        </p:grpSpPr>
        <p:sp>
          <p:nvSpPr>
            <p:cNvPr id="681" name="Google Shape;681;p1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82" name="Google Shape;682;p1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83" name="Google Shape;683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5" name="Google Shape;685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6" name="Google Shape;686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7" name="Google Shape;687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8" name="Google Shape;688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9" name="Google Shape;689;p1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0" name="Google Shape;690;p1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1" name="Google Shape;691;p1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3" name="Google Shape;693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4" name="Google Shape;694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5" name="Google Shape;695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6248136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17"/>
          <p:cNvSpPr txBox="1">
            <a:spLocks noGrp="1"/>
          </p:cNvSpPr>
          <p:nvPr>
            <p:ph type="subTitle" idx="1"/>
          </p:nvPr>
        </p:nvSpPr>
        <p:spPr>
          <a:xfrm>
            <a:off x="2084400" y="4341640"/>
            <a:ext cx="3553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7"/>
          <p:cNvSpPr txBox="1">
            <a:spLocks noGrp="1"/>
          </p:cNvSpPr>
          <p:nvPr>
            <p:ph type="title" idx="2" hasCustomPrompt="1"/>
          </p:nvPr>
        </p:nvSpPr>
        <p:spPr>
          <a:xfrm>
            <a:off x="2084400" y="2235767"/>
            <a:ext cx="3553600" cy="1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1" name="Google Shape;701;p17"/>
          <p:cNvSpPr txBox="1">
            <a:spLocks noGrp="1"/>
          </p:cNvSpPr>
          <p:nvPr>
            <p:ph type="subTitle" idx="3"/>
          </p:nvPr>
        </p:nvSpPr>
        <p:spPr>
          <a:xfrm>
            <a:off x="2084400" y="3716224"/>
            <a:ext cx="3553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702" name="Google Shape;702;p17"/>
          <p:cNvSpPr txBox="1">
            <a:spLocks noGrp="1"/>
          </p:cNvSpPr>
          <p:nvPr>
            <p:ph type="subTitle" idx="4"/>
          </p:nvPr>
        </p:nvSpPr>
        <p:spPr>
          <a:xfrm>
            <a:off x="7362767" y="4341640"/>
            <a:ext cx="3553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17"/>
          <p:cNvSpPr txBox="1">
            <a:spLocks noGrp="1"/>
          </p:cNvSpPr>
          <p:nvPr>
            <p:ph type="title" idx="5" hasCustomPrompt="1"/>
          </p:nvPr>
        </p:nvSpPr>
        <p:spPr>
          <a:xfrm>
            <a:off x="7362767" y="2235767"/>
            <a:ext cx="3553600" cy="1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4" name="Google Shape;704;p17"/>
          <p:cNvSpPr txBox="1">
            <a:spLocks noGrp="1"/>
          </p:cNvSpPr>
          <p:nvPr>
            <p:ph type="subTitle" idx="6"/>
          </p:nvPr>
        </p:nvSpPr>
        <p:spPr>
          <a:xfrm>
            <a:off x="7362767" y="3716224"/>
            <a:ext cx="3553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705" name="Google Shape;705;p17"/>
          <p:cNvGrpSpPr/>
          <p:nvPr/>
        </p:nvGrpSpPr>
        <p:grpSpPr>
          <a:xfrm>
            <a:off x="11105843" y="-2396367"/>
            <a:ext cx="3667491" cy="3655888"/>
            <a:chOff x="2724182" y="-1866850"/>
            <a:chExt cx="2750618" cy="2741916"/>
          </a:xfrm>
        </p:grpSpPr>
        <p:sp>
          <p:nvSpPr>
            <p:cNvPr id="706" name="Google Shape;706;p1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07" name="Google Shape;707;p17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708" name="Google Shape;708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1738593" y="1684322"/>
                <a:ext cx="1119733" cy="111916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1793442" y="1767256"/>
                <a:ext cx="1148861" cy="115518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1903138" y="1863197"/>
                <a:ext cx="1108951" cy="111400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9" name="Google Shape;719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0" name="Google Shape;720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1" name="Google Shape;721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2" name="Google Shape;722;p17"/>
          <p:cNvGrpSpPr/>
          <p:nvPr/>
        </p:nvGrpSpPr>
        <p:grpSpPr>
          <a:xfrm rot="5400000" flipH="1">
            <a:off x="-2045981" y="5780969"/>
            <a:ext cx="3659033" cy="3637017"/>
            <a:chOff x="5985575" y="4420825"/>
            <a:chExt cx="2744275" cy="2727763"/>
          </a:xfrm>
        </p:grpSpPr>
        <p:sp>
          <p:nvSpPr>
            <p:cNvPr id="723" name="Google Shape;723;p1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24" name="Google Shape;724;p17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9448992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8"/>
          <p:cNvSpPr txBox="1">
            <a:spLocks noGrp="1"/>
          </p:cNvSpPr>
          <p:nvPr>
            <p:ph type="subTitle" idx="1"/>
          </p:nvPr>
        </p:nvSpPr>
        <p:spPr>
          <a:xfrm>
            <a:off x="5395951" y="1755367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1" name="Google Shape;741;p18"/>
          <p:cNvSpPr txBox="1">
            <a:spLocks noGrp="1"/>
          </p:cNvSpPr>
          <p:nvPr>
            <p:ph type="title" hasCustomPrompt="1"/>
          </p:nvPr>
        </p:nvSpPr>
        <p:spPr>
          <a:xfrm>
            <a:off x="5395951" y="685600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42" name="Google Shape;742;p18"/>
          <p:cNvSpPr txBox="1">
            <a:spLocks noGrp="1"/>
          </p:cNvSpPr>
          <p:nvPr>
            <p:ph type="subTitle" idx="2"/>
          </p:nvPr>
        </p:nvSpPr>
        <p:spPr>
          <a:xfrm>
            <a:off x="5395951" y="5501700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3" name="Google Shape;743;p18"/>
          <p:cNvSpPr txBox="1">
            <a:spLocks noGrp="1"/>
          </p:cNvSpPr>
          <p:nvPr>
            <p:ph type="title" idx="3" hasCustomPrompt="1"/>
          </p:nvPr>
        </p:nvSpPr>
        <p:spPr>
          <a:xfrm>
            <a:off x="5395951" y="4431933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44" name="Google Shape;744;p18"/>
          <p:cNvSpPr txBox="1">
            <a:spLocks noGrp="1"/>
          </p:cNvSpPr>
          <p:nvPr>
            <p:ph type="subTitle" idx="4"/>
          </p:nvPr>
        </p:nvSpPr>
        <p:spPr>
          <a:xfrm>
            <a:off x="5395951" y="3628533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5" name="Google Shape;745;p18"/>
          <p:cNvSpPr txBox="1">
            <a:spLocks noGrp="1"/>
          </p:cNvSpPr>
          <p:nvPr>
            <p:ph type="title" idx="5" hasCustomPrompt="1"/>
          </p:nvPr>
        </p:nvSpPr>
        <p:spPr>
          <a:xfrm>
            <a:off x="5395951" y="2558767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grpSp>
        <p:nvGrpSpPr>
          <p:cNvPr id="746" name="Google Shape;746;p18"/>
          <p:cNvGrpSpPr/>
          <p:nvPr/>
        </p:nvGrpSpPr>
        <p:grpSpPr>
          <a:xfrm rot="-5400000" flipH="1">
            <a:off x="-2128747" y="5512702"/>
            <a:ext cx="3659033" cy="3637017"/>
            <a:chOff x="5985575" y="4420825"/>
            <a:chExt cx="2744275" cy="2727763"/>
          </a:xfrm>
        </p:grpSpPr>
        <p:sp>
          <p:nvSpPr>
            <p:cNvPr id="747" name="Google Shape;747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48" name="Google Shape;748;p1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49" name="Google Shape;749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63" name="Google Shape;763;p18"/>
          <p:cNvGrpSpPr/>
          <p:nvPr/>
        </p:nvGrpSpPr>
        <p:grpSpPr>
          <a:xfrm flipH="1">
            <a:off x="237430" y="-2816495"/>
            <a:ext cx="3659033" cy="3637017"/>
            <a:chOff x="5985575" y="4420825"/>
            <a:chExt cx="2744275" cy="2727763"/>
          </a:xfrm>
        </p:grpSpPr>
        <p:sp>
          <p:nvSpPr>
            <p:cNvPr id="764" name="Google Shape;764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65" name="Google Shape;765;p1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66" name="Google Shape;766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2" name="Google Shape;772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80" name="Google Shape;780;p18"/>
          <p:cNvGrpSpPr/>
          <p:nvPr/>
        </p:nvGrpSpPr>
        <p:grpSpPr>
          <a:xfrm rot="10800000">
            <a:off x="10074448" y="-2630107"/>
            <a:ext cx="3436213" cy="3518092"/>
            <a:chOff x="-1115775" y="4467744"/>
            <a:chExt cx="2577160" cy="2638569"/>
          </a:xfrm>
        </p:grpSpPr>
        <p:sp>
          <p:nvSpPr>
            <p:cNvPr id="781" name="Google Shape;781;p1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82" name="Google Shape;782;p1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783" name="Google Shape;783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9362679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9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799" name="Google Shape;799;p19"/>
          <p:cNvGrpSpPr/>
          <p:nvPr/>
        </p:nvGrpSpPr>
        <p:grpSpPr>
          <a:xfrm flipH="1">
            <a:off x="10883025" y="5769978"/>
            <a:ext cx="3659033" cy="3637017"/>
            <a:chOff x="5985575" y="4420825"/>
            <a:chExt cx="2744275" cy="2727763"/>
          </a:xfrm>
        </p:grpSpPr>
        <p:sp>
          <p:nvSpPr>
            <p:cNvPr id="800" name="Google Shape;800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01" name="Google Shape;801;p1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02" name="Google Shape;802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3" name="Google Shape;803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4" name="Google Shape;804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5" name="Google Shape;805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7" name="Google Shape;807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16" name="Google Shape;816;p19"/>
          <p:cNvGrpSpPr/>
          <p:nvPr/>
        </p:nvGrpSpPr>
        <p:grpSpPr>
          <a:xfrm flipH="1">
            <a:off x="-2290809" y="-2408055"/>
            <a:ext cx="3659033" cy="3637017"/>
            <a:chOff x="5985575" y="4420825"/>
            <a:chExt cx="2744275" cy="2727763"/>
          </a:xfrm>
        </p:grpSpPr>
        <p:sp>
          <p:nvSpPr>
            <p:cNvPr id="817" name="Google Shape;817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18" name="Google Shape;818;p1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19" name="Google Shape;819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1" name="Google Shape;821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2" name="Google Shape;822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1787327" y="1767256"/>
                <a:ext cx="1154741" cy="114494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6917991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0"/>
          <p:cNvGrpSpPr/>
          <p:nvPr/>
        </p:nvGrpSpPr>
        <p:grpSpPr>
          <a:xfrm flipH="1">
            <a:off x="10398704" y="5718894"/>
            <a:ext cx="3436213" cy="3518092"/>
            <a:chOff x="-1115775" y="4467744"/>
            <a:chExt cx="2577160" cy="2638569"/>
          </a:xfrm>
        </p:grpSpPr>
        <p:sp>
          <p:nvSpPr>
            <p:cNvPr id="835" name="Google Shape;835;p2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36" name="Google Shape;836;p2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37" name="Google Shape;837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9" name="Google Shape;839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2" name="Google Shape;842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3" name="Google Shape;843;p2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4" name="Google Shape;844;p2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5" name="Google Shape;845;p2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6" name="Google Shape;846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7" name="Google Shape;847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8" name="Google Shape;848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9" name="Google Shape;849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0" name="Google Shape;850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851" name="Google Shape;851;p20"/>
          <p:cNvSpPr txBox="1">
            <a:spLocks noGrp="1"/>
          </p:cNvSpPr>
          <p:nvPr>
            <p:ph type="title"/>
          </p:nvPr>
        </p:nvSpPr>
        <p:spPr>
          <a:xfrm>
            <a:off x="6279433" y="1747833"/>
            <a:ext cx="4632000" cy="17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9pPr>
          </a:lstStyle>
          <a:p>
            <a:endParaRPr/>
          </a:p>
        </p:txBody>
      </p:sp>
      <p:sp>
        <p:nvSpPr>
          <p:cNvPr id="852" name="Google Shape;852;p20"/>
          <p:cNvSpPr txBox="1">
            <a:spLocks noGrp="1"/>
          </p:cNvSpPr>
          <p:nvPr>
            <p:ph type="subTitle" idx="1"/>
          </p:nvPr>
        </p:nvSpPr>
        <p:spPr>
          <a:xfrm>
            <a:off x="6279433" y="3527233"/>
            <a:ext cx="4632000" cy="13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853" name="Google Shape;853;p20"/>
          <p:cNvGrpSpPr/>
          <p:nvPr/>
        </p:nvGrpSpPr>
        <p:grpSpPr>
          <a:xfrm>
            <a:off x="-1745391" y="5686500"/>
            <a:ext cx="3667491" cy="3655888"/>
            <a:chOff x="2724182" y="-1866850"/>
            <a:chExt cx="2750618" cy="2741916"/>
          </a:xfrm>
        </p:grpSpPr>
        <p:sp>
          <p:nvSpPr>
            <p:cNvPr id="854" name="Google Shape;854;p20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55" name="Google Shape;855;p20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6" name="Google Shape;856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0" name="Google Shape;860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1" name="Google Shape;861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2" name="Google Shape;862;p20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3" name="Google Shape;863;p20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4" name="Google Shape;864;p20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5" name="Google Shape;865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6" name="Google Shape;866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7" name="Google Shape;867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9" name="Google Shape;869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82721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>
            <a:spLocks noGrp="1"/>
          </p:cNvSpPr>
          <p:nvPr>
            <p:ph type="body" idx="1"/>
          </p:nvPr>
        </p:nvSpPr>
        <p:spPr>
          <a:xfrm>
            <a:off x="1609733" y="2349255"/>
            <a:ext cx="5017600" cy="3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𑁋"/>
              <a:defRPr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872" name="Google Shape;872;p2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73" name="Google Shape;873;p21"/>
          <p:cNvGrpSpPr/>
          <p:nvPr/>
        </p:nvGrpSpPr>
        <p:grpSpPr>
          <a:xfrm rot="5400000">
            <a:off x="10473312" y="6157685"/>
            <a:ext cx="3667491" cy="3655888"/>
            <a:chOff x="2724182" y="-1866850"/>
            <a:chExt cx="2750618" cy="2741916"/>
          </a:xfrm>
        </p:grpSpPr>
        <p:sp>
          <p:nvSpPr>
            <p:cNvPr id="874" name="Google Shape;874;p2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75" name="Google Shape;875;p2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76" name="Google Shape;876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7" name="Google Shape;877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8" name="Google Shape;878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9" name="Google Shape;879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0" name="Google Shape;880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1" name="Google Shape;881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2" name="Google Shape;882;p21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3" name="Google Shape;883;p21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4" name="Google Shape;884;p21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5" name="Google Shape;885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6" name="Google Shape;886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7" name="Google Shape;887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8" name="Google Shape;888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90" name="Google Shape;890;p21"/>
          <p:cNvGrpSpPr/>
          <p:nvPr/>
        </p:nvGrpSpPr>
        <p:grpSpPr>
          <a:xfrm>
            <a:off x="-1708752" y="5741459"/>
            <a:ext cx="3436213" cy="3518092"/>
            <a:chOff x="-1115775" y="4467744"/>
            <a:chExt cx="2577160" cy="2638569"/>
          </a:xfrm>
        </p:grpSpPr>
        <p:sp>
          <p:nvSpPr>
            <p:cNvPr id="891" name="Google Shape;891;p2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92" name="Google Shape;892;p2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93" name="Google Shape;893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4" name="Google Shape;894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5" name="Google Shape;895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6" name="Google Shape;896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7" name="Google Shape;897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8" name="Google Shape;898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9" name="Google Shape;899;p2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0" name="Google Shape;900;p2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1" name="Google Shape;901;p2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2" name="Google Shape;902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3" name="Google Shape;903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4" name="Google Shape;904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5" name="Google Shape;905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6" name="Google Shape;906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42097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2"/>
          <p:cNvSpPr txBox="1">
            <a:spLocks noGrp="1"/>
          </p:cNvSpPr>
          <p:nvPr>
            <p:ph type="title"/>
          </p:nvPr>
        </p:nvSpPr>
        <p:spPr>
          <a:xfrm>
            <a:off x="2940400" y="1434933"/>
            <a:ext cx="63112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2"/>
          <p:cNvSpPr txBox="1">
            <a:spLocks noGrp="1"/>
          </p:cNvSpPr>
          <p:nvPr>
            <p:ph type="subTitle" idx="1"/>
          </p:nvPr>
        </p:nvSpPr>
        <p:spPr>
          <a:xfrm>
            <a:off x="2940400" y="2662800"/>
            <a:ext cx="6311200" cy="27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910" name="Google Shape;910;p22"/>
          <p:cNvGrpSpPr/>
          <p:nvPr/>
        </p:nvGrpSpPr>
        <p:grpSpPr>
          <a:xfrm rot="5400000" flipH="1">
            <a:off x="-2169233" y="5980102"/>
            <a:ext cx="3659033" cy="3637017"/>
            <a:chOff x="5985575" y="4420825"/>
            <a:chExt cx="2744275" cy="2727763"/>
          </a:xfrm>
        </p:grpSpPr>
        <p:sp>
          <p:nvSpPr>
            <p:cNvPr id="911" name="Google Shape;911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12" name="Google Shape;912;p2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8" name="Google Shape;918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9" name="Google Shape;919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0" name="Google Shape;920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1" name="Google Shape;921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3" name="Google Shape;923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4" name="Google Shape;924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27" name="Google Shape;927;p22"/>
          <p:cNvGrpSpPr/>
          <p:nvPr/>
        </p:nvGrpSpPr>
        <p:grpSpPr>
          <a:xfrm rot="10800000" flipH="1">
            <a:off x="10675585" y="6171702"/>
            <a:ext cx="3659033" cy="3637017"/>
            <a:chOff x="5985575" y="4420825"/>
            <a:chExt cx="2744275" cy="2727763"/>
          </a:xfrm>
        </p:grpSpPr>
        <p:sp>
          <p:nvSpPr>
            <p:cNvPr id="928" name="Google Shape;928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29" name="Google Shape;929;p2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30" name="Google Shape;930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1" name="Google Shape;931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4" name="Google Shape;934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5" name="Google Shape;935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6" name="Google Shape;936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7" name="Google Shape;937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8" name="Google Shape;938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9" name="Google Shape;939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0" name="Google Shape;940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1" name="Google Shape;941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2" name="Google Shape;942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3" name="Google Shape;943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 rot="10800000">
            <a:off x="10000548" y="-2488574"/>
            <a:ext cx="3436213" cy="3518092"/>
            <a:chOff x="-1115775" y="4467744"/>
            <a:chExt cx="2577160" cy="2638569"/>
          </a:xfrm>
        </p:grpSpPr>
        <p:sp>
          <p:nvSpPr>
            <p:cNvPr id="945" name="Google Shape;945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46" name="Google Shape;946;p2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47" name="Google Shape;947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8" name="Google Shape;948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9" name="Google Shape;949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1" name="Google Shape;951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2" name="Google Shape;952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4" name="Google Shape;954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5" name="Google Shape;955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6" name="Google Shape;956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7" name="Google Shape;957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8" name="Google Shape;958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9" name="Google Shape;959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0" name="Google Shape;960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61" name="Google Shape;961;p22"/>
          <p:cNvGrpSpPr/>
          <p:nvPr/>
        </p:nvGrpSpPr>
        <p:grpSpPr>
          <a:xfrm rot="10800000" flipH="1">
            <a:off x="-1244752" y="-2488574"/>
            <a:ext cx="3436213" cy="3518092"/>
            <a:chOff x="-1115775" y="4467744"/>
            <a:chExt cx="2577160" cy="2638569"/>
          </a:xfrm>
        </p:grpSpPr>
        <p:sp>
          <p:nvSpPr>
            <p:cNvPr id="962" name="Google Shape;962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63" name="Google Shape;963;p2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64" name="Google Shape;964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5" name="Google Shape;965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6" name="Google Shape;966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8" name="Google Shape;968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9" name="Google Shape;969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0" name="Google Shape;970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3" name="Google Shape;973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47905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3"/>
          <p:cNvSpPr txBox="1">
            <a:spLocks noGrp="1"/>
          </p:cNvSpPr>
          <p:nvPr>
            <p:ph type="title"/>
          </p:nvPr>
        </p:nvSpPr>
        <p:spPr>
          <a:xfrm>
            <a:off x="1209567" y="1758967"/>
            <a:ext cx="3627200" cy="1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p23"/>
          <p:cNvSpPr txBox="1">
            <a:spLocks noGrp="1"/>
          </p:cNvSpPr>
          <p:nvPr>
            <p:ph type="subTitle" idx="1"/>
          </p:nvPr>
        </p:nvSpPr>
        <p:spPr>
          <a:xfrm>
            <a:off x="1209567" y="3632896"/>
            <a:ext cx="36272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81" name="Google Shape;981;p23"/>
          <p:cNvGrpSpPr/>
          <p:nvPr/>
        </p:nvGrpSpPr>
        <p:grpSpPr>
          <a:xfrm rot="-5400000" flipH="1">
            <a:off x="10230734" y="-2962431"/>
            <a:ext cx="3659033" cy="3637017"/>
            <a:chOff x="5985575" y="4420825"/>
            <a:chExt cx="2744275" cy="2727763"/>
          </a:xfrm>
        </p:grpSpPr>
        <p:sp>
          <p:nvSpPr>
            <p:cNvPr id="982" name="Google Shape;982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83" name="Google Shape;983;p2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84" name="Google Shape;984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5" name="Google Shape;985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6" name="Google Shape;986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7" name="Google Shape;987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7" name="Google Shape;997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98" name="Google Shape;998;p23"/>
          <p:cNvGrpSpPr/>
          <p:nvPr/>
        </p:nvGrpSpPr>
        <p:grpSpPr>
          <a:xfrm rot="10800000" flipH="1">
            <a:off x="3961134" y="6052702"/>
            <a:ext cx="3659033" cy="3637017"/>
            <a:chOff x="5985575" y="4420825"/>
            <a:chExt cx="2744275" cy="2727763"/>
          </a:xfrm>
        </p:grpSpPr>
        <p:sp>
          <p:nvSpPr>
            <p:cNvPr id="999" name="Google Shape;999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00" name="Google Shape;1000;p2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01" name="Google Shape;1001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4" name="Google Shape;1004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6" name="Google Shape;1006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7" name="Google Shape;1007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9" name="Google Shape;1009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0" name="Google Shape;1010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2" name="Google Shape;1012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3" name="Google Shape;1013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15" name="Google Shape;1015;p23"/>
          <p:cNvGrpSpPr/>
          <p:nvPr/>
        </p:nvGrpSpPr>
        <p:grpSpPr>
          <a:xfrm rot="10800000" flipH="1">
            <a:off x="-1708752" y="-2624674"/>
            <a:ext cx="3436213" cy="3518092"/>
            <a:chOff x="-1115775" y="4467744"/>
            <a:chExt cx="2577160" cy="2638569"/>
          </a:xfrm>
        </p:grpSpPr>
        <p:sp>
          <p:nvSpPr>
            <p:cNvPr id="1016" name="Google Shape;1016;p2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17" name="Google Shape;1017;p2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18" name="Google Shape;1018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9" name="Google Shape;1019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0" name="Google Shape;1020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1" name="Google Shape;1021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3" name="Google Shape;1023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534728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4"/>
          <p:cNvSpPr txBox="1">
            <a:spLocks noGrp="1"/>
          </p:cNvSpPr>
          <p:nvPr>
            <p:ph type="title"/>
          </p:nvPr>
        </p:nvSpPr>
        <p:spPr>
          <a:xfrm>
            <a:off x="7008533" y="1758967"/>
            <a:ext cx="3454000" cy="1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34" name="Google Shape;1034;p24"/>
          <p:cNvSpPr txBox="1">
            <a:spLocks noGrp="1"/>
          </p:cNvSpPr>
          <p:nvPr>
            <p:ph type="subTitle" idx="1"/>
          </p:nvPr>
        </p:nvSpPr>
        <p:spPr>
          <a:xfrm>
            <a:off x="7008533" y="3632899"/>
            <a:ext cx="34540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035" name="Google Shape;1035;p24"/>
          <p:cNvGrpSpPr/>
          <p:nvPr/>
        </p:nvGrpSpPr>
        <p:grpSpPr>
          <a:xfrm rot="-5400000" flipH="1">
            <a:off x="4582834" y="6162902"/>
            <a:ext cx="3659033" cy="3637017"/>
            <a:chOff x="5985575" y="4420825"/>
            <a:chExt cx="2744275" cy="2727763"/>
          </a:xfrm>
        </p:grpSpPr>
        <p:sp>
          <p:nvSpPr>
            <p:cNvPr id="1036" name="Google Shape;1036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37" name="Google Shape;1037;p2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38" name="Google Shape;1038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6" name="Google Shape;1046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7" name="Google Shape;1047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8" name="Google Shape;1048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52" name="Google Shape;1052;p24"/>
          <p:cNvGrpSpPr/>
          <p:nvPr/>
        </p:nvGrpSpPr>
        <p:grpSpPr>
          <a:xfrm flipH="1">
            <a:off x="-1708766" y="-2951431"/>
            <a:ext cx="3659033" cy="3637017"/>
            <a:chOff x="5985575" y="4420825"/>
            <a:chExt cx="2744275" cy="2727763"/>
          </a:xfrm>
        </p:grpSpPr>
        <p:sp>
          <p:nvSpPr>
            <p:cNvPr id="1053" name="Google Shape;1053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54" name="Google Shape;1054;p2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69" name="Google Shape;1069;p24"/>
          <p:cNvGrpSpPr/>
          <p:nvPr/>
        </p:nvGrpSpPr>
        <p:grpSpPr>
          <a:xfrm rot="10800000">
            <a:off x="10464548" y="-2624674"/>
            <a:ext cx="3436213" cy="3518092"/>
            <a:chOff x="-1115775" y="4467744"/>
            <a:chExt cx="2577160" cy="2638569"/>
          </a:xfrm>
        </p:grpSpPr>
        <p:sp>
          <p:nvSpPr>
            <p:cNvPr id="1070" name="Google Shape;1070;p2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71" name="Google Shape;1071;p2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72" name="Google Shape;1072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550341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5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8" name="Google Shape;1088;p25"/>
          <p:cNvSpPr txBox="1">
            <a:spLocks noGrp="1"/>
          </p:cNvSpPr>
          <p:nvPr>
            <p:ph type="body" idx="1"/>
          </p:nvPr>
        </p:nvSpPr>
        <p:spPr>
          <a:xfrm>
            <a:off x="1065400" y="2224767"/>
            <a:ext cx="4810400" cy="39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89" name="Google Shape;1089;p25"/>
          <p:cNvSpPr txBox="1">
            <a:spLocks noGrp="1"/>
          </p:cNvSpPr>
          <p:nvPr>
            <p:ph type="body" idx="2"/>
          </p:nvPr>
        </p:nvSpPr>
        <p:spPr>
          <a:xfrm>
            <a:off x="6316200" y="2224767"/>
            <a:ext cx="4810400" cy="39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90" name="Google Shape;1090;p25"/>
          <p:cNvSpPr txBox="1">
            <a:spLocks noGrp="1"/>
          </p:cNvSpPr>
          <p:nvPr>
            <p:ph type="subTitle" idx="3"/>
          </p:nvPr>
        </p:nvSpPr>
        <p:spPr>
          <a:xfrm>
            <a:off x="951000" y="1648433"/>
            <a:ext cx="10290000" cy="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grpSp>
        <p:nvGrpSpPr>
          <p:cNvPr id="1091" name="Google Shape;1091;p25"/>
          <p:cNvGrpSpPr/>
          <p:nvPr/>
        </p:nvGrpSpPr>
        <p:grpSpPr>
          <a:xfrm rot="10800000" flipH="1">
            <a:off x="-1668052" y="-2808207"/>
            <a:ext cx="3436213" cy="3518092"/>
            <a:chOff x="-1115775" y="4467744"/>
            <a:chExt cx="2577160" cy="2638569"/>
          </a:xfrm>
        </p:grpSpPr>
        <p:sp>
          <p:nvSpPr>
            <p:cNvPr id="1092" name="Google Shape;1092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93" name="Google Shape;1093;p2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94" name="Google Shape;1094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4" name="Google Shape;1104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6" name="Google Shape;1106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7" name="Google Shape;1107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08" name="Google Shape;1108;p25"/>
          <p:cNvGrpSpPr/>
          <p:nvPr/>
        </p:nvGrpSpPr>
        <p:grpSpPr>
          <a:xfrm flipH="1">
            <a:off x="10423848" y="6207893"/>
            <a:ext cx="3436213" cy="3518092"/>
            <a:chOff x="-1115775" y="4467744"/>
            <a:chExt cx="2577160" cy="2638569"/>
          </a:xfrm>
        </p:grpSpPr>
        <p:sp>
          <p:nvSpPr>
            <p:cNvPr id="1109" name="Google Shape;1109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10" name="Google Shape;1110;p2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11" name="Google Shape;1111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7" name="Google Shape;1117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8" name="Google Shape;1118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9" name="Google Shape;1119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0" name="Google Shape;1120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1" name="Google Shape;1121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2" name="Google Shape;1122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4" name="Google Shape;1124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451808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27" name="Google Shape;1127;p26"/>
          <p:cNvSpPr txBox="1">
            <a:spLocks noGrp="1"/>
          </p:cNvSpPr>
          <p:nvPr>
            <p:ph type="subTitle" idx="1"/>
          </p:nvPr>
        </p:nvSpPr>
        <p:spPr>
          <a:xfrm>
            <a:off x="1959600" y="2111667"/>
            <a:ext cx="3820400" cy="36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8" name="Google Shape;1128;p26"/>
          <p:cNvSpPr txBox="1">
            <a:spLocks noGrp="1"/>
          </p:cNvSpPr>
          <p:nvPr>
            <p:ph type="subTitle" idx="2"/>
          </p:nvPr>
        </p:nvSpPr>
        <p:spPr>
          <a:xfrm>
            <a:off x="6412072" y="2111667"/>
            <a:ext cx="3820400" cy="36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129" name="Google Shape;1129;p26"/>
          <p:cNvGrpSpPr/>
          <p:nvPr/>
        </p:nvGrpSpPr>
        <p:grpSpPr>
          <a:xfrm rot="-5400000">
            <a:off x="10513012" y="5656352"/>
            <a:ext cx="3667491" cy="3655888"/>
            <a:chOff x="2724182" y="-1866850"/>
            <a:chExt cx="2750618" cy="2741916"/>
          </a:xfrm>
        </p:grpSpPr>
        <p:sp>
          <p:nvSpPr>
            <p:cNvPr id="1130" name="Google Shape;1130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31" name="Google Shape;1131;p2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32" name="Google Shape;1132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3" name="Google Shape;1133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6" name="Google Shape;1136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7" name="Google Shape;1137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8" name="Google Shape;1138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9" name="Google Shape;1139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0" name="Google Shape;1140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46" name="Google Shape;1146;p26"/>
          <p:cNvGrpSpPr/>
          <p:nvPr/>
        </p:nvGrpSpPr>
        <p:grpSpPr>
          <a:xfrm rot="5400000">
            <a:off x="-1095588" y="5517452"/>
            <a:ext cx="3667491" cy="3655888"/>
            <a:chOff x="2724182" y="-1866850"/>
            <a:chExt cx="2750618" cy="2741916"/>
          </a:xfrm>
        </p:grpSpPr>
        <p:sp>
          <p:nvSpPr>
            <p:cNvPr id="1147" name="Google Shape;1147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48" name="Google Shape;1148;p2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49" name="Google Shape;1149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1" name="Google Shape;1151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2" name="Google Shape;1152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3" name="Google Shape;1153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6" name="Google Shape;1156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7" name="Google Shape;1157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9" name="Google Shape;1159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0" name="Google Shape;1160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1" name="Google Shape;1161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2" name="Google Shape;1162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63" name="Google Shape;1163;p26"/>
          <p:cNvGrpSpPr/>
          <p:nvPr/>
        </p:nvGrpSpPr>
        <p:grpSpPr>
          <a:xfrm rot="10800000" flipH="1">
            <a:off x="-1487685" y="-2587107"/>
            <a:ext cx="3436213" cy="3518092"/>
            <a:chOff x="-1115775" y="4467744"/>
            <a:chExt cx="2577160" cy="2638569"/>
          </a:xfrm>
        </p:grpSpPr>
        <p:sp>
          <p:nvSpPr>
            <p:cNvPr id="1164" name="Google Shape;1164;p2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65" name="Google Shape;1165;p2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66" name="Google Shape;1166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0" name="Google Shape;1170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1" name="Google Shape;1171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2" name="Google Shape;1172;p2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3" name="Google Shape;1173;p2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4" name="Google Shape;1174;p2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5" name="Google Shape;1175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6" name="Google Shape;1176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7" name="Google Shape;1177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9" name="Google Shape;1179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77637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7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27"/>
          <p:cNvSpPr txBox="1">
            <a:spLocks noGrp="1"/>
          </p:cNvSpPr>
          <p:nvPr>
            <p:ph type="subTitle" idx="1"/>
          </p:nvPr>
        </p:nvSpPr>
        <p:spPr>
          <a:xfrm>
            <a:off x="1102900" y="4326333"/>
            <a:ext cx="28968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27"/>
          <p:cNvSpPr txBox="1">
            <a:spLocks noGrp="1"/>
          </p:cNvSpPr>
          <p:nvPr>
            <p:ph type="subTitle" idx="2"/>
          </p:nvPr>
        </p:nvSpPr>
        <p:spPr>
          <a:xfrm>
            <a:off x="1102900" y="3700933"/>
            <a:ext cx="289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184" name="Google Shape;1184;p27"/>
          <p:cNvSpPr txBox="1">
            <a:spLocks noGrp="1"/>
          </p:cNvSpPr>
          <p:nvPr>
            <p:ph type="subTitle" idx="3"/>
          </p:nvPr>
        </p:nvSpPr>
        <p:spPr>
          <a:xfrm>
            <a:off x="8192500" y="4326341"/>
            <a:ext cx="28964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5" name="Google Shape;1185;p27"/>
          <p:cNvSpPr txBox="1">
            <a:spLocks noGrp="1"/>
          </p:cNvSpPr>
          <p:nvPr>
            <p:ph type="subTitle" idx="4"/>
          </p:nvPr>
        </p:nvSpPr>
        <p:spPr>
          <a:xfrm>
            <a:off x="8192500" y="3700933"/>
            <a:ext cx="2896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186" name="Google Shape;1186;p27"/>
          <p:cNvSpPr txBox="1">
            <a:spLocks noGrp="1"/>
          </p:cNvSpPr>
          <p:nvPr>
            <p:ph type="subTitle" idx="5"/>
          </p:nvPr>
        </p:nvSpPr>
        <p:spPr>
          <a:xfrm>
            <a:off x="4647800" y="4326339"/>
            <a:ext cx="28964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27"/>
          <p:cNvSpPr txBox="1">
            <a:spLocks noGrp="1"/>
          </p:cNvSpPr>
          <p:nvPr>
            <p:ph type="subTitle" idx="6"/>
          </p:nvPr>
        </p:nvSpPr>
        <p:spPr>
          <a:xfrm>
            <a:off x="4647800" y="3700933"/>
            <a:ext cx="2896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188" name="Google Shape;1188;p27"/>
          <p:cNvGrpSpPr/>
          <p:nvPr/>
        </p:nvGrpSpPr>
        <p:grpSpPr>
          <a:xfrm rot="10800000">
            <a:off x="10277215" y="-2669907"/>
            <a:ext cx="3436213" cy="3518092"/>
            <a:chOff x="-1115775" y="4467744"/>
            <a:chExt cx="2577160" cy="2638569"/>
          </a:xfrm>
        </p:grpSpPr>
        <p:sp>
          <p:nvSpPr>
            <p:cNvPr id="1189" name="Google Shape;1189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90" name="Google Shape;1190;p2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91" name="Google Shape;1191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4" name="Google Shape;1194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05" name="Google Shape;1205;p27"/>
          <p:cNvGrpSpPr/>
          <p:nvPr/>
        </p:nvGrpSpPr>
        <p:grpSpPr>
          <a:xfrm>
            <a:off x="-1814652" y="5874493"/>
            <a:ext cx="3436213" cy="3518092"/>
            <a:chOff x="-1115775" y="4467744"/>
            <a:chExt cx="2577160" cy="2638569"/>
          </a:xfrm>
        </p:grpSpPr>
        <p:sp>
          <p:nvSpPr>
            <p:cNvPr id="1206" name="Google Shape;1206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07" name="Google Shape;1207;p2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08" name="Google Shape;1208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1" name="Google Shape;1211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6123980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28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24" name="Google Shape;1224;p28"/>
          <p:cNvSpPr txBox="1">
            <a:spLocks noGrp="1"/>
          </p:cNvSpPr>
          <p:nvPr>
            <p:ph type="subTitle" idx="1"/>
          </p:nvPr>
        </p:nvSpPr>
        <p:spPr>
          <a:xfrm>
            <a:off x="950967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5" name="Google Shape;1225;p28"/>
          <p:cNvSpPr txBox="1">
            <a:spLocks noGrp="1"/>
          </p:cNvSpPr>
          <p:nvPr>
            <p:ph type="subTitle" idx="2"/>
          </p:nvPr>
        </p:nvSpPr>
        <p:spPr>
          <a:xfrm>
            <a:off x="950967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26" name="Google Shape;1226;p28"/>
          <p:cNvSpPr txBox="1">
            <a:spLocks noGrp="1"/>
          </p:cNvSpPr>
          <p:nvPr>
            <p:ph type="subTitle" idx="3"/>
          </p:nvPr>
        </p:nvSpPr>
        <p:spPr>
          <a:xfrm>
            <a:off x="8224233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28"/>
          <p:cNvSpPr txBox="1">
            <a:spLocks noGrp="1"/>
          </p:cNvSpPr>
          <p:nvPr>
            <p:ph type="subTitle" idx="4"/>
          </p:nvPr>
        </p:nvSpPr>
        <p:spPr>
          <a:xfrm>
            <a:off x="8224233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28" name="Google Shape;1228;p28"/>
          <p:cNvSpPr txBox="1">
            <a:spLocks noGrp="1"/>
          </p:cNvSpPr>
          <p:nvPr>
            <p:ph type="subTitle" idx="5"/>
          </p:nvPr>
        </p:nvSpPr>
        <p:spPr>
          <a:xfrm>
            <a:off x="4587600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9" name="Google Shape;1229;p28"/>
          <p:cNvSpPr txBox="1">
            <a:spLocks noGrp="1"/>
          </p:cNvSpPr>
          <p:nvPr>
            <p:ph type="subTitle" idx="6"/>
          </p:nvPr>
        </p:nvSpPr>
        <p:spPr>
          <a:xfrm>
            <a:off x="4587600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230" name="Google Shape;1230;p28"/>
          <p:cNvGrpSpPr/>
          <p:nvPr/>
        </p:nvGrpSpPr>
        <p:grpSpPr>
          <a:xfrm>
            <a:off x="-1244752" y="6088026"/>
            <a:ext cx="3436213" cy="3518092"/>
            <a:chOff x="-1115775" y="4467744"/>
            <a:chExt cx="2577160" cy="2638569"/>
          </a:xfrm>
        </p:grpSpPr>
        <p:sp>
          <p:nvSpPr>
            <p:cNvPr id="1231" name="Google Shape;1231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32" name="Google Shape;1232;p2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33" name="Google Shape;1233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4" name="Google Shape;1234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5" name="Google Shape;1235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6" name="Google Shape;1236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7" name="Google Shape;1237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8" name="Google Shape;1238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9" name="Google Shape;1239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0" name="Google Shape;1240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1" name="Google Shape;1241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2" name="Google Shape;1242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3" name="Google Shape;1243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4" name="Google Shape;1244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5" name="Google Shape;1245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6" name="Google Shape;1246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47" name="Google Shape;1247;p28"/>
          <p:cNvGrpSpPr/>
          <p:nvPr/>
        </p:nvGrpSpPr>
        <p:grpSpPr>
          <a:xfrm flipH="1">
            <a:off x="10000548" y="6088026"/>
            <a:ext cx="3436213" cy="3518092"/>
            <a:chOff x="-1115775" y="4467744"/>
            <a:chExt cx="2577160" cy="2638569"/>
          </a:xfrm>
        </p:grpSpPr>
        <p:sp>
          <p:nvSpPr>
            <p:cNvPr id="1248" name="Google Shape;1248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49" name="Google Shape;1249;p2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50" name="Google Shape;1250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1" name="Google Shape;1251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2" name="Google Shape;1252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3" name="Google Shape;1253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4" name="Google Shape;1254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5" name="Google Shape;1255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6" name="Google Shape;1256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7" name="Google Shape;1257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8" name="Google Shape;1258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9" name="Google Shape;1259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0" name="Google Shape;1260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1" name="Google Shape;1261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2" name="Google Shape;1262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3" name="Google Shape;1263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9562716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9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66" name="Google Shape;1266;p29"/>
          <p:cNvSpPr txBox="1">
            <a:spLocks noGrp="1"/>
          </p:cNvSpPr>
          <p:nvPr>
            <p:ph type="subTitle" idx="1"/>
          </p:nvPr>
        </p:nvSpPr>
        <p:spPr>
          <a:xfrm>
            <a:off x="2597217" y="2603365"/>
            <a:ext cx="28748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7" name="Google Shape;1267;p29"/>
          <p:cNvSpPr txBox="1">
            <a:spLocks noGrp="1"/>
          </p:cNvSpPr>
          <p:nvPr>
            <p:ph type="subTitle" idx="2"/>
          </p:nvPr>
        </p:nvSpPr>
        <p:spPr>
          <a:xfrm>
            <a:off x="2597217" y="1970300"/>
            <a:ext cx="2874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68" name="Google Shape;1268;p29"/>
          <p:cNvSpPr txBox="1">
            <a:spLocks noGrp="1"/>
          </p:cNvSpPr>
          <p:nvPr>
            <p:ph type="subTitle" idx="3"/>
          </p:nvPr>
        </p:nvSpPr>
        <p:spPr>
          <a:xfrm>
            <a:off x="2597217" y="4745935"/>
            <a:ext cx="28748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9" name="Google Shape;1269;p29"/>
          <p:cNvSpPr txBox="1">
            <a:spLocks noGrp="1"/>
          </p:cNvSpPr>
          <p:nvPr>
            <p:ph type="subTitle" idx="4"/>
          </p:nvPr>
        </p:nvSpPr>
        <p:spPr>
          <a:xfrm>
            <a:off x="2597217" y="4112869"/>
            <a:ext cx="2874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70" name="Google Shape;1270;p29"/>
          <p:cNvSpPr txBox="1">
            <a:spLocks noGrp="1"/>
          </p:cNvSpPr>
          <p:nvPr>
            <p:ph type="subTitle" idx="5"/>
          </p:nvPr>
        </p:nvSpPr>
        <p:spPr>
          <a:xfrm>
            <a:off x="7938851" y="2603353"/>
            <a:ext cx="2877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1" name="Google Shape;1271;p29"/>
          <p:cNvSpPr txBox="1">
            <a:spLocks noGrp="1"/>
          </p:cNvSpPr>
          <p:nvPr>
            <p:ph type="subTitle" idx="6"/>
          </p:nvPr>
        </p:nvSpPr>
        <p:spPr>
          <a:xfrm>
            <a:off x="7938851" y="1970284"/>
            <a:ext cx="2877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72" name="Google Shape;1272;p29"/>
          <p:cNvSpPr txBox="1">
            <a:spLocks noGrp="1"/>
          </p:cNvSpPr>
          <p:nvPr>
            <p:ph type="subTitle" idx="7"/>
          </p:nvPr>
        </p:nvSpPr>
        <p:spPr>
          <a:xfrm>
            <a:off x="7938851" y="4745936"/>
            <a:ext cx="2877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3" name="Google Shape;1273;p29"/>
          <p:cNvSpPr txBox="1">
            <a:spLocks noGrp="1"/>
          </p:cNvSpPr>
          <p:nvPr>
            <p:ph type="subTitle" idx="8"/>
          </p:nvPr>
        </p:nvSpPr>
        <p:spPr>
          <a:xfrm>
            <a:off x="7938851" y="4112867"/>
            <a:ext cx="2877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274" name="Google Shape;1274;p29"/>
          <p:cNvGrpSpPr/>
          <p:nvPr/>
        </p:nvGrpSpPr>
        <p:grpSpPr>
          <a:xfrm rot="-5400000" flipH="1">
            <a:off x="10386929" y="-2564383"/>
            <a:ext cx="3659033" cy="3637017"/>
            <a:chOff x="5985575" y="4420825"/>
            <a:chExt cx="2744275" cy="2727763"/>
          </a:xfrm>
        </p:grpSpPr>
        <p:sp>
          <p:nvSpPr>
            <p:cNvPr id="1275" name="Google Shape;1275;p2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76" name="Google Shape;1276;p2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77" name="Google Shape;1277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8" name="Google Shape;1278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9" name="Google Shape;1279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0" name="Google Shape;1280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1" name="Google Shape;1281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91" name="Google Shape;1291;p29"/>
          <p:cNvGrpSpPr/>
          <p:nvPr/>
        </p:nvGrpSpPr>
        <p:grpSpPr>
          <a:xfrm>
            <a:off x="-1079219" y="6171493"/>
            <a:ext cx="3436213" cy="3518092"/>
            <a:chOff x="-1115775" y="4467744"/>
            <a:chExt cx="2577160" cy="2638569"/>
          </a:xfrm>
        </p:grpSpPr>
        <p:sp>
          <p:nvSpPr>
            <p:cNvPr id="1292" name="Google Shape;1292;p29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93" name="Google Shape;1293;p29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94" name="Google Shape;1294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5" name="Google Shape;1295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6" name="Google Shape;1296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7" name="Google Shape;1297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8" name="Google Shape;1298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4" name="Google Shape;1304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5" name="Google Shape;1305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6" name="Google Shape;1306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7" name="Google Shape;1307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4772597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30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0" name="Google Shape;1310;p30"/>
          <p:cNvSpPr txBox="1">
            <a:spLocks noGrp="1"/>
          </p:cNvSpPr>
          <p:nvPr>
            <p:ph type="subTitle" idx="1"/>
          </p:nvPr>
        </p:nvSpPr>
        <p:spPr>
          <a:xfrm>
            <a:off x="1065767" y="4745935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1" name="Google Shape;1311;p30"/>
          <p:cNvSpPr txBox="1">
            <a:spLocks noGrp="1"/>
          </p:cNvSpPr>
          <p:nvPr>
            <p:ph type="subTitle" idx="2"/>
          </p:nvPr>
        </p:nvSpPr>
        <p:spPr>
          <a:xfrm>
            <a:off x="1065767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2" name="Google Shape;1312;p30"/>
          <p:cNvSpPr txBox="1">
            <a:spLocks noGrp="1"/>
          </p:cNvSpPr>
          <p:nvPr>
            <p:ph type="subTitle" idx="3"/>
          </p:nvPr>
        </p:nvSpPr>
        <p:spPr>
          <a:xfrm>
            <a:off x="8155433" y="4745933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3" name="Google Shape;1313;p30"/>
          <p:cNvSpPr txBox="1">
            <a:spLocks noGrp="1"/>
          </p:cNvSpPr>
          <p:nvPr>
            <p:ph type="subTitle" idx="4"/>
          </p:nvPr>
        </p:nvSpPr>
        <p:spPr>
          <a:xfrm>
            <a:off x="8155433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4" name="Google Shape;1314;p30"/>
          <p:cNvSpPr txBox="1">
            <a:spLocks noGrp="1"/>
          </p:cNvSpPr>
          <p:nvPr>
            <p:ph type="subTitle" idx="5"/>
          </p:nvPr>
        </p:nvSpPr>
        <p:spPr>
          <a:xfrm>
            <a:off x="4610600" y="4745935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p30"/>
          <p:cNvSpPr txBox="1">
            <a:spLocks noGrp="1"/>
          </p:cNvSpPr>
          <p:nvPr>
            <p:ph type="subTitle" idx="6"/>
          </p:nvPr>
        </p:nvSpPr>
        <p:spPr>
          <a:xfrm>
            <a:off x="4610600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6" name="Google Shape;1316;p30"/>
          <p:cNvSpPr txBox="1">
            <a:spLocks noGrp="1"/>
          </p:cNvSpPr>
          <p:nvPr>
            <p:ph type="subTitle" idx="7"/>
          </p:nvPr>
        </p:nvSpPr>
        <p:spPr>
          <a:xfrm>
            <a:off x="2838100" y="2603367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7" name="Google Shape;1317;p30"/>
          <p:cNvSpPr txBox="1">
            <a:spLocks noGrp="1"/>
          </p:cNvSpPr>
          <p:nvPr>
            <p:ph type="subTitle" idx="8"/>
          </p:nvPr>
        </p:nvSpPr>
        <p:spPr>
          <a:xfrm>
            <a:off x="2838100" y="1970300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8" name="Google Shape;1318;p30"/>
          <p:cNvSpPr txBox="1">
            <a:spLocks noGrp="1"/>
          </p:cNvSpPr>
          <p:nvPr>
            <p:ph type="subTitle" idx="9"/>
          </p:nvPr>
        </p:nvSpPr>
        <p:spPr>
          <a:xfrm>
            <a:off x="6383025" y="2603367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9" name="Google Shape;1319;p30"/>
          <p:cNvSpPr txBox="1">
            <a:spLocks noGrp="1"/>
          </p:cNvSpPr>
          <p:nvPr>
            <p:ph type="subTitle" idx="13"/>
          </p:nvPr>
        </p:nvSpPr>
        <p:spPr>
          <a:xfrm>
            <a:off x="6383017" y="1970300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320" name="Google Shape;1320;p30"/>
          <p:cNvGrpSpPr/>
          <p:nvPr/>
        </p:nvGrpSpPr>
        <p:grpSpPr>
          <a:xfrm flipH="1">
            <a:off x="10367126" y="5972994"/>
            <a:ext cx="3659033" cy="3637017"/>
            <a:chOff x="5985575" y="4420825"/>
            <a:chExt cx="2744275" cy="2727763"/>
          </a:xfrm>
        </p:grpSpPr>
        <p:sp>
          <p:nvSpPr>
            <p:cNvPr id="1321" name="Google Shape;1321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22" name="Google Shape;1322;p30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23" name="Google Shape;1323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4" name="Google Shape;1324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5" name="Google Shape;1325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0" name="Google Shape;1330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37" name="Google Shape;1337;p30"/>
          <p:cNvGrpSpPr/>
          <p:nvPr/>
        </p:nvGrpSpPr>
        <p:grpSpPr>
          <a:xfrm rot="10800000" flipH="1">
            <a:off x="-2028074" y="-2536039"/>
            <a:ext cx="3659033" cy="3637017"/>
            <a:chOff x="5985575" y="4420825"/>
            <a:chExt cx="2744275" cy="2727763"/>
          </a:xfrm>
        </p:grpSpPr>
        <p:sp>
          <p:nvSpPr>
            <p:cNvPr id="1338" name="Google Shape;1338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39" name="Google Shape;1339;p30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40" name="Google Shape;1340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9" name="Google Shape;1349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54" name="Google Shape;1354;p30"/>
          <p:cNvGrpSpPr/>
          <p:nvPr/>
        </p:nvGrpSpPr>
        <p:grpSpPr>
          <a:xfrm>
            <a:off x="-1805252" y="5874509"/>
            <a:ext cx="3436213" cy="3518092"/>
            <a:chOff x="-1115775" y="4467744"/>
            <a:chExt cx="2577160" cy="2638569"/>
          </a:xfrm>
        </p:grpSpPr>
        <p:sp>
          <p:nvSpPr>
            <p:cNvPr id="1355" name="Google Shape;1355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56" name="Google Shape;1356;p3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57" name="Google Shape;1357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71" name="Google Shape;1371;p30"/>
          <p:cNvGrpSpPr/>
          <p:nvPr/>
        </p:nvGrpSpPr>
        <p:grpSpPr>
          <a:xfrm rot="10800000">
            <a:off x="10277215" y="-2669891"/>
            <a:ext cx="3436213" cy="3518092"/>
            <a:chOff x="-1115775" y="4467744"/>
            <a:chExt cx="2577160" cy="2638569"/>
          </a:xfrm>
        </p:grpSpPr>
        <p:sp>
          <p:nvSpPr>
            <p:cNvPr id="1372" name="Google Shape;1372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73" name="Google Shape;1373;p3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74" name="Google Shape;1374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5" name="Google Shape;1375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6" name="Google Shape;1376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3" name="Google Shape;1383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4" name="Google Shape;1384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5" name="Google Shape;1385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6" name="Google Shape;1386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7" name="Google Shape;1387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0473789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90" name="Google Shape;1390;p31"/>
          <p:cNvSpPr txBox="1">
            <a:spLocks noGrp="1"/>
          </p:cNvSpPr>
          <p:nvPr>
            <p:ph type="subTitle" idx="1"/>
          </p:nvPr>
        </p:nvSpPr>
        <p:spPr>
          <a:xfrm>
            <a:off x="2218300" y="2271300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1" name="Google Shape;1391;p31"/>
          <p:cNvSpPr txBox="1">
            <a:spLocks noGrp="1"/>
          </p:cNvSpPr>
          <p:nvPr>
            <p:ph type="subTitle" idx="2"/>
          </p:nvPr>
        </p:nvSpPr>
        <p:spPr>
          <a:xfrm>
            <a:off x="2218300" y="1673300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2" name="Google Shape;1392;p31"/>
          <p:cNvSpPr txBox="1">
            <a:spLocks noGrp="1"/>
          </p:cNvSpPr>
          <p:nvPr>
            <p:ph type="subTitle" idx="3"/>
          </p:nvPr>
        </p:nvSpPr>
        <p:spPr>
          <a:xfrm>
            <a:off x="2218300" y="5323967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3" name="Google Shape;1393;p31"/>
          <p:cNvSpPr txBox="1">
            <a:spLocks noGrp="1"/>
          </p:cNvSpPr>
          <p:nvPr>
            <p:ph type="subTitle" idx="4"/>
          </p:nvPr>
        </p:nvSpPr>
        <p:spPr>
          <a:xfrm>
            <a:off x="2218300" y="4725967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4" name="Google Shape;1394;p31"/>
          <p:cNvSpPr txBox="1">
            <a:spLocks noGrp="1"/>
          </p:cNvSpPr>
          <p:nvPr>
            <p:ph type="subTitle" idx="5"/>
          </p:nvPr>
        </p:nvSpPr>
        <p:spPr>
          <a:xfrm>
            <a:off x="2218300" y="3797633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5" name="Google Shape;1395;p31"/>
          <p:cNvSpPr txBox="1">
            <a:spLocks noGrp="1"/>
          </p:cNvSpPr>
          <p:nvPr>
            <p:ph type="subTitle" idx="6"/>
          </p:nvPr>
        </p:nvSpPr>
        <p:spPr>
          <a:xfrm>
            <a:off x="2218300" y="3199633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6" name="Google Shape;1396;p31"/>
          <p:cNvSpPr txBox="1">
            <a:spLocks noGrp="1"/>
          </p:cNvSpPr>
          <p:nvPr>
            <p:ph type="subTitle" idx="7"/>
          </p:nvPr>
        </p:nvSpPr>
        <p:spPr>
          <a:xfrm>
            <a:off x="7782567" y="2271300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7" name="Google Shape;1397;p31"/>
          <p:cNvSpPr txBox="1">
            <a:spLocks noGrp="1"/>
          </p:cNvSpPr>
          <p:nvPr>
            <p:ph type="subTitle" idx="8"/>
          </p:nvPr>
        </p:nvSpPr>
        <p:spPr>
          <a:xfrm>
            <a:off x="7782567" y="1673300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8" name="Google Shape;1398;p31"/>
          <p:cNvSpPr txBox="1">
            <a:spLocks noGrp="1"/>
          </p:cNvSpPr>
          <p:nvPr>
            <p:ph type="subTitle" idx="9"/>
          </p:nvPr>
        </p:nvSpPr>
        <p:spPr>
          <a:xfrm>
            <a:off x="7782567" y="5323967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9" name="Google Shape;1399;p31"/>
          <p:cNvSpPr txBox="1">
            <a:spLocks noGrp="1"/>
          </p:cNvSpPr>
          <p:nvPr>
            <p:ph type="subTitle" idx="13"/>
          </p:nvPr>
        </p:nvSpPr>
        <p:spPr>
          <a:xfrm>
            <a:off x="7782567" y="4725967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400" name="Google Shape;1400;p31"/>
          <p:cNvSpPr txBox="1">
            <a:spLocks noGrp="1"/>
          </p:cNvSpPr>
          <p:nvPr>
            <p:ph type="subTitle" idx="14"/>
          </p:nvPr>
        </p:nvSpPr>
        <p:spPr>
          <a:xfrm>
            <a:off x="7782567" y="3797633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1" name="Google Shape;1401;p31"/>
          <p:cNvSpPr txBox="1">
            <a:spLocks noGrp="1"/>
          </p:cNvSpPr>
          <p:nvPr>
            <p:ph type="subTitle" idx="15"/>
          </p:nvPr>
        </p:nvSpPr>
        <p:spPr>
          <a:xfrm>
            <a:off x="7782567" y="3199633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402" name="Google Shape;1402;p31"/>
          <p:cNvGrpSpPr/>
          <p:nvPr/>
        </p:nvGrpSpPr>
        <p:grpSpPr>
          <a:xfrm rot="-5400000" flipH="1">
            <a:off x="10248020" y="-2762273"/>
            <a:ext cx="3659033" cy="3637017"/>
            <a:chOff x="5985575" y="4420825"/>
            <a:chExt cx="2744275" cy="2727763"/>
          </a:xfrm>
        </p:grpSpPr>
        <p:sp>
          <p:nvSpPr>
            <p:cNvPr id="1403" name="Google Shape;1403;p31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04" name="Google Shape;1404;p31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05" name="Google Shape;1405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19" name="Google Shape;1419;p31"/>
          <p:cNvGrpSpPr/>
          <p:nvPr/>
        </p:nvGrpSpPr>
        <p:grpSpPr>
          <a:xfrm rot="10800000" flipH="1">
            <a:off x="-1708752" y="-2702791"/>
            <a:ext cx="3436213" cy="3518092"/>
            <a:chOff x="-1115775" y="4467744"/>
            <a:chExt cx="2577160" cy="2638569"/>
          </a:xfrm>
        </p:grpSpPr>
        <p:sp>
          <p:nvSpPr>
            <p:cNvPr id="1420" name="Google Shape;1420;p3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21" name="Google Shape;1421;p3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22" name="Google Shape;1422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2207499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2"/>
          <p:cNvSpPr txBox="1">
            <a:spLocks noGrp="1"/>
          </p:cNvSpPr>
          <p:nvPr>
            <p:ph type="title"/>
          </p:nvPr>
        </p:nvSpPr>
        <p:spPr>
          <a:xfrm>
            <a:off x="5665017" y="756067"/>
            <a:ext cx="50868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438" name="Google Shape;1438;p32"/>
          <p:cNvSpPr txBox="1">
            <a:spLocks noGrp="1"/>
          </p:cNvSpPr>
          <p:nvPr>
            <p:ph type="subTitle" idx="1"/>
          </p:nvPr>
        </p:nvSpPr>
        <p:spPr>
          <a:xfrm>
            <a:off x="5665033" y="3436468"/>
            <a:ext cx="5086800" cy="10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9pPr>
          </a:lstStyle>
          <a:p>
            <a:endParaRPr/>
          </a:p>
        </p:txBody>
      </p:sp>
      <p:sp>
        <p:nvSpPr>
          <p:cNvPr id="1439" name="Google Shape;1439;p32"/>
          <p:cNvSpPr txBox="1">
            <a:spLocks noGrp="1"/>
          </p:cNvSpPr>
          <p:nvPr>
            <p:ph type="subTitle" idx="2"/>
          </p:nvPr>
        </p:nvSpPr>
        <p:spPr>
          <a:xfrm>
            <a:off x="5665017" y="5425567"/>
            <a:ext cx="5086800" cy="4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9pPr>
          </a:lstStyle>
          <a:p>
            <a:endParaRPr/>
          </a:p>
        </p:txBody>
      </p:sp>
      <p:sp>
        <p:nvSpPr>
          <p:cNvPr id="1440" name="Google Shape;1440;p32"/>
          <p:cNvSpPr txBox="1"/>
          <p:nvPr/>
        </p:nvSpPr>
        <p:spPr>
          <a:xfrm>
            <a:off x="5665033" y="4559499"/>
            <a:ext cx="5086800" cy="8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018"/>
              <a:buFont typeface="Arial"/>
              <a:buNone/>
            </a:pP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33" kern="0">
              <a:solidFill>
                <a:srgbClr val="261E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1" name="Google Shape;1441;p32"/>
          <p:cNvGrpSpPr/>
          <p:nvPr/>
        </p:nvGrpSpPr>
        <p:grpSpPr>
          <a:xfrm rot="-5400000" flipH="1">
            <a:off x="-1625878" y="6001772"/>
            <a:ext cx="3659033" cy="3637017"/>
            <a:chOff x="5985575" y="4420825"/>
            <a:chExt cx="2744275" cy="2727763"/>
          </a:xfrm>
        </p:grpSpPr>
        <p:sp>
          <p:nvSpPr>
            <p:cNvPr id="1442" name="Google Shape;1442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3" name="Google Shape;1443;p3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6" name="Google Shape;1446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7" name="Google Shape;1447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8" name="Google Shape;1448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58" name="Google Shape;1458;p32"/>
          <p:cNvGrpSpPr/>
          <p:nvPr/>
        </p:nvGrpSpPr>
        <p:grpSpPr>
          <a:xfrm rot="-5400000" flipH="1">
            <a:off x="10670001" y="-2567565"/>
            <a:ext cx="3659033" cy="3637017"/>
            <a:chOff x="5985575" y="4420825"/>
            <a:chExt cx="2744275" cy="2727763"/>
          </a:xfrm>
        </p:grpSpPr>
        <p:sp>
          <p:nvSpPr>
            <p:cNvPr id="1459" name="Google Shape;1459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60" name="Google Shape;1460;p3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61" name="Google Shape;1461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75" name="Google Shape;1475;p32"/>
          <p:cNvGrpSpPr/>
          <p:nvPr/>
        </p:nvGrpSpPr>
        <p:grpSpPr>
          <a:xfrm rot="10800000" flipH="1">
            <a:off x="-1186719" y="-2603274"/>
            <a:ext cx="3436213" cy="3518092"/>
            <a:chOff x="-1115775" y="4467744"/>
            <a:chExt cx="2577160" cy="2638569"/>
          </a:xfrm>
        </p:grpSpPr>
        <p:sp>
          <p:nvSpPr>
            <p:cNvPr id="1476" name="Google Shape;1476;p3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77" name="Google Shape;1477;p3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78" name="Google Shape;1478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9" name="Google Shape;1479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0" name="Google Shape;1480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1" name="Google Shape;1481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2" name="Google Shape;1482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3" name="Google Shape;1483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5" name="Google Shape;1485;p3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6" name="Google Shape;1486;p3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7" name="Google Shape;1487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8" name="Google Shape;1488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5070450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33"/>
          <p:cNvGrpSpPr/>
          <p:nvPr/>
        </p:nvGrpSpPr>
        <p:grpSpPr>
          <a:xfrm rot="-5400000" flipH="1">
            <a:off x="4582834" y="6162902"/>
            <a:ext cx="3659033" cy="3637017"/>
            <a:chOff x="5985575" y="4420825"/>
            <a:chExt cx="2744275" cy="2727763"/>
          </a:xfrm>
        </p:grpSpPr>
        <p:sp>
          <p:nvSpPr>
            <p:cNvPr id="1494" name="Google Shape;1494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95" name="Google Shape;1495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96" name="Google Shape;1496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7" name="Google Shape;1497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8" name="Google Shape;1498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9" name="Google Shape;1499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0" name="Google Shape;1500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1" name="Google Shape;1501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2" name="Google Shape;1502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3" name="Google Shape;1503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4" name="Google Shape;1504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5" name="Google Shape;1505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6" name="Google Shape;1506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7" name="Google Shape;1507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8" name="Google Shape;1508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9" name="Google Shape;1509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10" name="Google Shape;1510;p33"/>
          <p:cNvGrpSpPr/>
          <p:nvPr/>
        </p:nvGrpSpPr>
        <p:grpSpPr>
          <a:xfrm flipH="1">
            <a:off x="-1708766" y="-2951431"/>
            <a:ext cx="3659033" cy="3637017"/>
            <a:chOff x="5985575" y="4420825"/>
            <a:chExt cx="2744275" cy="2727763"/>
          </a:xfrm>
        </p:grpSpPr>
        <p:sp>
          <p:nvSpPr>
            <p:cNvPr id="1511" name="Google Shape;1511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12" name="Google Shape;1512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13" name="Google Shape;1513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4" name="Google Shape;1514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5" name="Google Shape;1515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6" name="Google Shape;1516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7" name="Google Shape;1517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8" name="Google Shape;1518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9" name="Google Shape;1519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0" name="Google Shape;1520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1" name="Google Shape;1521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2" name="Google Shape;1522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4" name="Google Shape;1524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5" name="Google Shape;1525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6" name="Google Shape;1526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27" name="Google Shape;1527;p33"/>
          <p:cNvGrpSpPr/>
          <p:nvPr/>
        </p:nvGrpSpPr>
        <p:grpSpPr>
          <a:xfrm rot="10800000">
            <a:off x="10464548" y="-2624658"/>
            <a:ext cx="3436213" cy="3518092"/>
            <a:chOff x="-1115775" y="4467744"/>
            <a:chExt cx="2577160" cy="2638569"/>
          </a:xfrm>
        </p:grpSpPr>
        <p:sp>
          <p:nvSpPr>
            <p:cNvPr id="1528" name="Google Shape;1528;p3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29" name="Google Shape;1529;p3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30" name="Google Shape;1530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1" name="Google Shape;1531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2" name="Google Shape;1532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3" name="Google Shape;1533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4" name="Google Shape;1534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5" name="Google Shape;1535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6" name="Google Shape;1536;p3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7" name="Google Shape;1537;p3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10793847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34"/>
          <p:cNvGrpSpPr/>
          <p:nvPr/>
        </p:nvGrpSpPr>
        <p:grpSpPr>
          <a:xfrm rot="-5400000" flipH="1">
            <a:off x="-1836033" y="5958236"/>
            <a:ext cx="3659033" cy="3637017"/>
            <a:chOff x="5985575" y="4420825"/>
            <a:chExt cx="2744275" cy="2727763"/>
          </a:xfrm>
        </p:grpSpPr>
        <p:sp>
          <p:nvSpPr>
            <p:cNvPr id="1546" name="Google Shape;1546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47" name="Google Shape;1547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48" name="Google Shape;1548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9" name="Google Shape;1549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0" name="Google Shape;1550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3" name="Google Shape;1553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4" name="Google Shape;1554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5" name="Google Shape;1555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6" name="Google Shape;1556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7" name="Google Shape;1557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8" name="Google Shape;1558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9" name="Google Shape;1559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0" name="Google Shape;1560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1" name="Google Shape;1561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2" name="Google Shape;1562;p34"/>
          <p:cNvGrpSpPr/>
          <p:nvPr/>
        </p:nvGrpSpPr>
        <p:grpSpPr>
          <a:xfrm rot="5400000" flipH="1">
            <a:off x="10559434" y="-2940631"/>
            <a:ext cx="3659033" cy="3637017"/>
            <a:chOff x="5985575" y="4420825"/>
            <a:chExt cx="2744275" cy="2727763"/>
          </a:xfrm>
        </p:grpSpPr>
        <p:sp>
          <p:nvSpPr>
            <p:cNvPr id="1563" name="Google Shape;1563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64" name="Google Shape;1564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65" name="Google Shape;1565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7" name="Google Shape;1567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8" name="Google Shape;1568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9" name="Google Shape;1569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0" name="Google Shape;1570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1" name="Google Shape;1571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2" name="Google Shape;1572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3" name="Google Shape;1573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4" name="Google Shape;1574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5" name="Google Shape;1575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6" name="Google Shape;1576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7" name="Google Shape;1577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8" name="Google Shape;1578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79" name="Google Shape;1579;p34"/>
          <p:cNvGrpSpPr/>
          <p:nvPr/>
        </p:nvGrpSpPr>
        <p:grpSpPr>
          <a:xfrm flipH="1">
            <a:off x="10570448" y="5874509"/>
            <a:ext cx="3436213" cy="3518092"/>
            <a:chOff x="-1115775" y="4467744"/>
            <a:chExt cx="2577160" cy="2638569"/>
          </a:xfrm>
        </p:grpSpPr>
        <p:sp>
          <p:nvSpPr>
            <p:cNvPr id="1580" name="Google Shape;1580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81" name="Google Shape;1581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82" name="Google Shape;1582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3" name="Google Shape;1583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6" name="Google Shape;1596;p34"/>
          <p:cNvGrpSpPr/>
          <p:nvPr/>
        </p:nvGrpSpPr>
        <p:grpSpPr>
          <a:xfrm rot="10800000" flipH="1">
            <a:off x="-1521419" y="-2669891"/>
            <a:ext cx="3436213" cy="3518092"/>
            <a:chOff x="-1115775" y="4467744"/>
            <a:chExt cx="2577160" cy="2638569"/>
          </a:xfrm>
        </p:grpSpPr>
        <p:sp>
          <p:nvSpPr>
            <p:cNvPr id="1597" name="Google Shape;1597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98" name="Google Shape;1598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99" name="Google Shape;1599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9579088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862233" y="2311433"/>
            <a:ext cx="5614800" cy="18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5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6267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862233" y="4310833"/>
            <a:ext cx="5614800" cy="5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487700" y="5956993"/>
            <a:ext cx="3436213" cy="3518092"/>
            <a:chOff x="-1115775" y="4467744"/>
            <a:chExt cx="2577160" cy="2638569"/>
          </a:xfrm>
        </p:grpSpPr>
        <p:sp>
          <p:nvSpPr>
            <p:cNvPr id="12" name="Google Shape;12;p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" name="Google Shape;13;p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" name="Google Shape;14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8" name="Google Shape;28;p2"/>
          <p:cNvGrpSpPr/>
          <p:nvPr/>
        </p:nvGrpSpPr>
        <p:grpSpPr>
          <a:xfrm>
            <a:off x="7980768" y="5894434"/>
            <a:ext cx="3659033" cy="3637017"/>
            <a:chOff x="5985575" y="4420825"/>
            <a:chExt cx="2744275" cy="2727763"/>
          </a:xfrm>
        </p:grpSpPr>
        <p:sp>
          <p:nvSpPr>
            <p:cNvPr id="29" name="Google Shape;29;p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" name="Google Shape;30;p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31" name="Google Shape;31;p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" name="Google Shape;32;p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" name="Google Shape;33;p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" name="Google Shape;36;p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1736066" y="1684329"/>
                <a:ext cx="1122388" cy="1100964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" name="Google Shape;38;p2"/>
              <p:cNvSpPr/>
              <p:nvPr/>
            </p:nvSpPr>
            <p:spPr>
              <a:xfrm>
                <a:off x="1800052" y="1767251"/>
                <a:ext cx="1142033" cy="1118596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>
                <a:off x="1946313" y="1863204"/>
                <a:ext cx="1065738" cy="106835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" name="Google Shape;40;p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" name="Google Shape;41;p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" name="Google Shape;42;p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" name="Google Shape;43;p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" name="Google Shape;44;p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0105669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>
            <a:spLocks noGrp="1"/>
          </p:cNvSpPr>
          <p:nvPr>
            <p:ph type="title"/>
          </p:nvPr>
        </p:nvSpPr>
        <p:spPr>
          <a:xfrm>
            <a:off x="1334967" y="2930967"/>
            <a:ext cx="3966000" cy="2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47" name="Google Shape;47;p3"/>
          <p:cNvSpPr txBox="1">
            <a:spLocks noGrp="1"/>
          </p:cNvSpPr>
          <p:nvPr>
            <p:ph type="title" idx="2" hasCustomPrompt="1"/>
          </p:nvPr>
        </p:nvSpPr>
        <p:spPr>
          <a:xfrm>
            <a:off x="1334967" y="1509233"/>
            <a:ext cx="14348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grpSp>
        <p:nvGrpSpPr>
          <p:cNvPr id="48" name="Google Shape;48;p3"/>
          <p:cNvGrpSpPr/>
          <p:nvPr/>
        </p:nvGrpSpPr>
        <p:grpSpPr>
          <a:xfrm>
            <a:off x="-1487700" y="5956993"/>
            <a:ext cx="3436213" cy="3518092"/>
            <a:chOff x="-1115775" y="4467744"/>
            <a:chExt cx="2577160" cy="2638569"/>
          </a:xfrm>
        </p:grpSpPr>
        <p:sp>
          <p:nvSpPr>
            <p:cNvPr id="49" name="Google Shape;49;p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0" name="Google Shape;50;p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" name="Google Shape;51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" name="Google Shape;52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" name="Google Shape;54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" name="Google Shape;55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>
                <a:off x="1719252" y="1684329"/>
                <a:ext cx="1139072" cy="11362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" name="Google Shape;58;p3"/>
              <p:cNvSpPr/>
              <p:nvPr/>
            </p:nvSpPr>
            <p:spPr>
              <a:xfrm>
                <a:off x="1783238" y="1767251"/>
                <a:ext cx="1158914" cy="116296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" name="Google Shape;59;p3"/>
              <p:cNvSpPr/>
              <p:nvPr/>
            </p:nvSpPr>
            <p:spPr>
              <a:xfrm>
                <a:off x="1911210" y="1863204"/>
                <a:ext cx="1100907" cy="10943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" name="Google Shape;63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" name="Google Shape;64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5" name="Google Shape;65;p3"/>
          <p:cNvGrpSpPr/>
          <p:nvPr/>
        </p:nvGrpSpPr>
        <p:grpSpPr>
          <a:xfrm flipH="1">
            <a:off x="10379992" y="5769978"/>
            <a:ext cx="3659033" cy="3637017"/>
            <a:chOff x="5985575" y="4420825"/>
            <a:chExt cx="2744275" cy="2727763"/>
          </a:xfrm>
        </p:grpSpPr>
        <p:sp>
          <p:nvSpPr>
            <p:cNvPr id="66" name="Google Shape;66;p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7" name="Google Shape;67;p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" name="Google Shape;71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" name="Google Shape;72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1788430" y="1684323"/>
                <a:ext cx="1070060" cy="107669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1852417" y="1767253"/>
                <a:ext cx="1089683" cy="109432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1998677" y="1863197"/>
                <a:ext cx="1013358" cy="1007559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2" name="Google Shape;82;p3"/>
          <p:cNvGrpSpPr/>
          <p:nvPr/>
        </p:nvGrpSpPr>
        <p:grpSpPr>
          <a:xfrm>
            <a:off x="10501211" y="-2846112"/>
            <a:ext cx="3667491" cy="3655888"/>
            <a:chOff x="2724182" y="-1866850"/>
            <a:chExt cx="2750618" cy="2741916"/>
          </a:xfrm>
        </p:grpSpPr>
        <p:sp>
          <p:nvSpPr>
            <p:cNvPr id="83" name="Google Shape;83;p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4" name="Google Shape;84;p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" name="Google Shape;85;p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717240" y="1684321"/>
                <a:ext cx="1141347" cy="1151016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1790377" y="1767255"/>
                <a:ext cx="1151707" cy="117774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1890925" y="1863197"/>
                <a:ext cx="1121111" cy="113663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" name="Google Shape;96;p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" name="Google Shape;97;p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" name="Google Shape;98;p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71899688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4"/>
          <p:cNvSpPr txBox="1">
            <a:spLocks noGrp="1"/>
          </p:cNvSpPr>
          <p:nvPr>
            <p:ph type="body" idx="1"/>
          </p:nvPr>
        </p:nvSpPr>
        <p:spPr>
          <a:xfrm>
            <a:off x="1435200" y="1514100"/>
            <a:ext cx="9321600" cy="17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grpSp>
        <p:nvGrpSpPr>
          <p:cNvPr id="102" name="Google Shape;102;p4"/>
          <p:cNvGrpSpPr/>
          <p:nvPr/>
        </p:nvGrpSpPr>
        <p:grpSpPr>
          <a:xfrm rot="10800000">
            <a:off x="10464538" y="-2668902"/>
            <a:ext cx="3436213" cy="3518092"/>
            <a:chOff x="-1115775" y="4467744"/>
            <a:chExt cx="2577160" cy="2638569"/>
          </a:xfrm>
        </p:grpSpPr>
        <p:sp>
          <p:nvSpPr>
            <p:cNvPr id="103" name="Google Shape;103;p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4" name="Google Shape;104;p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5" name="Google Shape;105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" name="Google Shape;106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" name="Google Shape;107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" name="Google Shape;108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" name="Google Shape;109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" name="Google Shape;110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" name="Google Shape;111;p4"/>
              <p:cNvSpPr/>
              <p:nvPr/>
            </p:nvSpPr>
            <p:spPr>
              <a:xfrm>
                <a:off x="1710202" y="1684324"/>
                <a:ext cx="1148172" cy="113129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" name="Google Shape;112;p4"/>
              <p:cNvSpPr/>
              <p:nvPr/>
            </p:nvSpPr>
            <p:spPr>
              <a:xfrm>
                <a:off x="1755915" y="1767243"/>
                <a:ext cx="1186227" cy="115803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" name="Google Shape;113;p4"/>
              <p:cNvSpPr/>
              <p:nvPr/>
            </p:nvSpPr>
            <p:spPr>
              <a:xfrm>
                <a:off x="1883883" y="1863199"/>
                <a:ext cx="1128219" cy="1116995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" name="Google Shape;114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" name="Google Shape;115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" name="Google Shape;116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" name="Google Shape;117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8" name="Google Shape;118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9" name="Google Shape;119;p4"/>
          <p:cNvGrpSpPr/>
          <p:nvPr/>
        </p:nvGrpSpPr>
        <p:grpSpPr>
          <a:xfrm rot="10800000" flipH="1">
            <a:off x="-1708750" y="-2787827"/>
            <a:ext cx="3659033" cy="3637017"/>
            <a:chOff x="5985575" y="4420825"/>
            <a:chExt cx="2744275" cy="2727763"/>
          </a:xfrm>
        </p:grpSpPr>
        <p:sp>
          <p:nvSpPr>
            <p:cNvPr id="120" name="Google Shape;120;p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1" name="Google Shape;121;p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2" name="Google Shape;122;p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" name="Google Shape;123;p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" name="Google Shape;124;p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" name="Google Shape;125;p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" name="Google Shape;126;p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" name="Google Shape;127;p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" name="Google Shape;128;p4"/>
              <p:cNvSpPr/>
              <p:nvPr/>
            </p:nvSpPr>
            <p:spPr>
              <a:xfrm>
                <a:off x="1710155" y="1684324"/>
                <a:ext cx="1148172" cy="114400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" name="Google Shape;129;p4"/>
              <p:cNvSpPr/>
              <p:nvPr/>
            </p:nvSpPr>
            <p:spPr>
              <a:xfrm>
                <a:off x="1819833" y="1767246"/>
                <a:ext cx="1122307" cy="1143432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" name="Google Shape;130;p4"/>
              <p:cNvSpPr/>
              <p:nvPr/>
            </p:nvSpPr>
            <p:spPr>
              <a:xfrm>
                <a:off x="1929532" y="1863199"/>
                <a:ext cx="1082574" cy="1093237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1" name="Google Shape;131;p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" name="Google Shape;132;p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" name="Google Shape;133;p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" name="Google Shape;134;p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" name="Google Shape;135;p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439357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5"/>
          <p:cNvSpPr txBox="1">
            <a:spLocks noGrp="1"/>
          </p:cNvSpPr>
          <p:nvPr>
            <p:ph type="subTitle" idx="1"/>
          </p:nvPr>
        </p:nvSpPr>
        <p:spPr>
          <a:xfrm>
            <a:off x="1798500" y="4326337"/>
            <a:ext cx="3475600" cy="10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5"/>
          <p:cNvSpPr txBox="1">
            <a:spLocks noGrp="1"/>
          </p:cNvSpPr>
          <p:nvPr>
            <p:ph type="subTitle" idx="2"/>
          </p:nvPr>
        </p:nvSpPr>
        <p:spPr>
          <a:xfrm>
            <a:off x="1798500" y="3750133"/>
            <a:ext cx="3475600" cy="6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40" name="Google Shape;140;p5"/>
          <p:cNvSpPr txBox="1">
            <a:spLocks noGrp="1"/>
          </p:cNvSpPr>
          <p:nvPr>
            <p:ph type="subTitle" idx="3"/>
          </p:nvPr>
        </p:nvSpPr>
        <p:spPr>
          <a:xfrm>
            <a:off x="6917900" y="4326337"/>
            <a:ext cx="3475600" cy="103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5"/>
          <p:cNvSpPr txBox="1">
            <a:spLocks noGrp="1"/>
          </p:cNvSpPr>
          <p:nvPr>
            <p:ph type="subTitle" idx="4"/>
          </p:nvPr>
        </p:nvSpPr>
        <p:spPr>
          <a:xfrm>
            <a:off x="6917900" y="3750133"/>
            <a:ext cx="3475600" cy="68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42" name="Google Shape;142;p5"/>
          <p:cNvGrpSpPr/>
          <p:nvPr/>
        </p:nvGrpSpPr>
        <p:grpSpPr>
          <a:xfrm>
            <a:off x="-2067403" y="5780671"/>
            <a:ext cx="3667491" cy="3655888"/>
            <a:chOff x="2724182" y="-1866850"/>
            <a:chExt cx="2750618" cy="2741916"/>
          </a:xfrm>
        </p:grpSpPr>
        <p:sp>
          <p:nvSpPr>
            <p:cNvPr id="143" name="Google Shape;143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" name="Google Shape;144;p5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45" name="Google Shape;145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" name="Google Shape;159;p5"/>
          <p:cNvGrpSpPr/>
          <p:nvPr/>
        </p:nvGrpSpPr>
        <p:grpSpPr>
          <a:xfrm rot="-5400000">
            <a:off x="-2180903" y="-2851912"/>
            <a:ext cx="3667491" cy="3655888"/>
            <a:chOff x="2724182" y="-1866850"/>
            <a:chExt cx="2750618" cy="2741916"/>
          </a:xfrm>
        </p:grpSpPr>
        <p:sp>
          <p:nvSpPr>
            <p:cNvPr id="160" name="Google Shape;160;p5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61" name="Google Shape;161;p5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" name="Google Shape;162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3" name="Google Shape;163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4" name="Google Shape;164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5" name="Google Shape;165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6" name="Google Shape;166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7" name="Google Shape;167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8" name="Google Shape;168;p5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0" name="Google Shape;170;p5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1" name="Google Shape;171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2" name="Google Shape;172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3" name="Google Shape;173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76" name="Google Shape;176;p5"/>
          <p:cNvGrpSpPr/>
          <p:nvPr/>
        </p:nvGrpSpPr>
        <p:grpSpPr>
          <a:xfrm flipH="1">
            <a:off x="10033500" y="5955974"/>
            <a:ext cx="3436213" cy="3518092"/>
            <a:chOff x="-1115775" y="4467744"/>
            <a:chExt cx="2577160" cy="2638569"/>
          </a:xfrm>
        </p:grpSpPr>
        <p:sp>
          <p:nvSpPr>
            <p:cNvPr id="177" name="Google Shape;177;p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78" name="Google Shape;178;p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79" name="Google Shape;179;p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0" name="Google Shape;180;p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1" name="Google Shape;181;p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2" name="Google Shape;182;p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3" name="Google Shape;183;p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4" name="Google Shape;184;p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438205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195" name="Google Shape;195;p6"/>
          <p:cNvGrpSpPr/>
          <p:nvPr/>
        </p:nvGrpSpPr>
        <p:grpSpPr>
          <a:xfrm rot="10800000">
            <a:off x="10569070" y="-2587075"/>
            <a:ext cx="3436213" cy="3518092"/>
            <a:chOff x="-1115775" y="4467744"/>
            <a:chExt cx="2577160" cy="2638569"/>
          </a:xfrm>
        </p:grpSpPr>
        <p:sp>
          <p:nvSpPr>
            <p:cNvPr id="196" name="Google Shape;196;p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97" name="Google Shape;197;p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98" name="Google Shape;198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1709084" y="1684325"/>
                <a:ext cx="1149310" cy="11654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1773071" y="1767246"/>
                <a:ext cx="1169157" cy="117395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1873618" y="1863199"/>
                <a:ext cx="1138508" cy="112354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7" name="Google Shape;207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8" name="Google Shape;208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09" name="Google Shape;209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0" name="Google Shape;210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1" name="Google Shape;211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12" name="Google Shape;212;p6"/>
          <p:cNvGrpSpPr/>
          <p:nvPr/>
        </p:nvGrpSpPr>
        <p:grpSpPr>
          <a:xfrm>
            <a:off x="-1785079" y="5788100"/>
            <a:ext cx="3667491" cy="3655888"/>
            <a:chOff x="2724182" y="-1866850"/>
            <a:chExt cx="2750618" cy="2741916"/>
          </a:xfrm>
        </p:grpSpPr>
        <p:sp>
          <p:nvSpPr>
            <p:cNvPr id="213" name="Google Shape;213;p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14" name="Google Shape;214;p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15" name="Google Shape;215;p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461381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7"/>
          <p:cNvSpPr txBox="1">
            <a:spLocks noGrp="1"/>
          </p:cNvSpPr>
          <p:nvPr>
            <p:ph type="title"/>
          </p:nvPr>
        </p:nvSpPr>
        <p:spPr>
          <a:xfrm>
            <a:off x="1027284" y="1533733"/>
            <a:ext cx="4248800" cy="213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31" name="Google Shape;231;p7"/>
          <p:cNvSpPr txBox="1">
            <a:spLocks noGrp="1"/>
          </p:cNvSpPr>
          <p:nvPr>
            <p:ph type="subTitle" idx="1"/>
          </p:nvPr>
        </p:nvSpPr>
        <p:spPr>
          <a:xfrm>
            <a:off x="1027284" y="3915467"/>
            <a:ext cx="42488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7"/>
          <p:cNvSpPr>
            <a:spLocks noGrp="1"/>
          </p:cNvSpPr>
          <p:nvPr>
            <p:ph type="pic" idx="2"/>
          </p:nvPr>
        </p:nvSpPr>
        <p:spPr>
          <a:xfrm>
            <a:off x="6255067" y="908901"/>
            <a:ext cx="5040400" cy="50404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233" name="Google Shape;233;p7"/>
          <p:cNvGrpSpPr/>
          <p:nvPr/>
        </p:nvGrpSpPr>
        <p:grpSpPr>
          <a:xfrm rot="10800000" flipH="1">
            <a:off x="3103760" y="6144753"/>
            <a:ext cx="3667491" cy="3655888"/>
            <a:chOff x="2724182" y="-1866850"/>
            <a:chExt cx="2750618" cy="2741916"/>
          </a:xfrm>
        </p:grpSpPr>
        <p:sp>
          <p:nvSpPr>
            <p:cNvPr id="234" name="Google Shape;234;p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35" name="Google Shape;235;p7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236" name="Google Shape;236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7" name="Google Shape;237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8" name="Google Shape;238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39" name="Google Shape;239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0" name="Google Shape;240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1" name="Google Shape;241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2" name="Google Shape;242;p7"/>
              <p:cNvSpPr/>
              <p:nvPr/>
            </p:nvSpPr>
            <p:spPr>
              <a:xfrm>
                <a:off x="1748916" y="1684327"/>
                <a:ext cx="1109495" cy="111233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3" name="Google Shape;243;p7"/>
              <p:cNvSpPr/>
              <p:nvPr/>
            </p:nvSpPr>
            <p:spPr>
              <a:xfrm>
                <a:off x="1831191" y="1767249"/>
                <a:ext cx="1110926" cy="111177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4" name="Google Shape;244;p7"/>
              <p:cNvSpPr/>
              <p:nvPr/>
            </p:nvSpPr>
            <p:spPr>
              <a:xfrm>
                <a:off x="1922602" y="1863202"/>
                <a:ext cx="1089496" cy="108893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5" name="Google Shape;245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6" name="Google Shape;246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7" name="Google Shape;247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8" name="Google Shape;248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49" name="Google Shape;249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50" name="Google Shape;250;p7"/>
          <p:cNvGrpSpPr/>
          <p:nvPr/>
        </p:nvGrpSpPr>
        <p:grpSpPr>
          <a:xfrm rot="10800000" flipH="1">
            <a:off x="-1677565" y="-2587075"/>
            <a:ext cx="3436213" cy="3518092"/>
            <a:chOff x="-1115775" y="4467744"/>
            <a:chExt cx="2577160" cy="2638569"/>
          </a:xfrm>
        </p:grpSpPr>
        <p:sp>
          <p:nvSpPr>
            <p:cNvPr id="251" name="Google Shape;251;p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52" name="Google Shape;252;p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253" name="Google Shape;253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4" name="Google Shape;254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5" name="Google Shape;255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6" name="Google Shape;256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7" name="Google Shape;257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8" name="Google Shape;258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59" name="Google Shape;259;p7"/>
              <p:cNvSpPr/>
              <p:nvPr/>
            </p:nvSpPr>
            <p:spPr>
              <a:xfrm>
                <a:off x="1718221" y="1684321"/>
                <a:ext cx="1140209" cy="111271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0" name="Google Shape;260;p7"/>
              <p:cNvSpPr/>
              <p:nvPr/>
            </p:nvSpPr>
            <p:spPr>
              <a:xfrm>
                <a:off x="1763934" y="1767251"/>
                <a:ext cx="1178261" cy="114855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1" name="Google Shape;261;p7"/>
              <p:cNvSpPr/>
              <p:nvPr/>
            </p:nvSpPr>
            <p:spPr>
              <a:xfrm>
                <a:off x="1928468" y="1863204"/>
                <a:ext cx="1083509" cy="109828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2" name="Google Shape;262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3" name="Google Shape;263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4" name="Google Shape;264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5" name="Google Shape;265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66" name="Google Shape;266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267" name="Google Shape;267;p7"/>
          <p:cNvGrpSpPr/>
          <p:nvPr/>
        </p:nvGrpSpPr>
        <p:grpSpPr>
          <a:xfrm rot="10800000">
            <a:off x="10210533" y="-2643442"/>
            <a:ext cx="3659033" cy="3637017"/>
            <a:chOff x="5985575" y="4420825"/>
            <a:chExt cx="2744275" cy="2727763"/>
          </a:xfrm>
        </p:grpSpPr>
        <p:sp>
          <p:nvSpPr>
            <p:cNvPr id="268" name="Google Shape;268;p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69" name="Google Shape;269;p7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70" name="Google Shape;270;p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1" name="Google Shape;271;p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2" name="Google Shape;272;p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3" name="Google Shape;273;p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4" name="Google Shape;274;p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5" name="Google Shape;275;p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6" name="Google Shape;276;p7"/>
              <p:cNvSpPr/>
              <p:nvPr/>
            </p:nvSpPr>
            <p:spPr>
              <a:xfrm>
                <a:off x="1716762" y="1684320"/>
                <a:ext cx="1141726" cy="1127317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7" name="Google Shape;277;p7"/>
              <p:cNvSpPr/>
              <p:nvPr/>
            </p:nvSpPr>
            <p:spPr>
              <a:xfrm>
                <a:off x="1789900" y="1767251"/>
                <a:ext cx="1152276" cy="112674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8" name="Google Shape;278;p7"/>
              <p:cNvSpPr/>
              <p:nvPr/>
            </p:nvSpPr>
            <p:spPr>
              <a:xfrm>
                <a:off x="1881311" y="1863204"/>
                <a:ext cx="1130651" cy="112204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79" name="Google Shape;279;p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0" name="Google Shape;280;p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1" name="Google Shape;281;p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2" name="Google Shape;282;p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83" name="Google Shape;283;p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0797014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"/>
          <p:cNvSpPr txBox="1">
            <a:spLocks noGrp="1"/>
          </p:cNvSpPr>
          <p:nvPr>
            <p:ph type="title"/>
          </p:nvPr>
        </p:nvSpPr>
        <p:spPr>
          <a:xfrm>
            <a:off x="2630400" y="1882000"/>
            <a:ext cx="6931200" cy="2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grpSp>
        <p:nvGrpSpPr>
          <p:cNvPr id="286" name="Google Shape;286;p8"/>
          <p:cNvGrpSpPr/>
          <p:nvPr/>
        </p:nvGrpSpPr>
        <p:grpSpPr>
          <a:xfrm rot="10800000" flipH="1">
            <a:off x="-2162977" y="-2488545"/>
            <a:ext cx="3659033" cy="3637017"/>
            <a:chOff x="5985575" y="4420825"/>
            <a:chExt cx="2744275" cy="2727763"/>
          </a:xfrm>
        </p:grpSpPr>
        <p:sp>
          <p:nvSpPr>
            <p:cNvPr id="287" name="Google Shape;287;p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288" name="Google Shape;288;p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289" name="Google Shape;289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0" name="Google Shape;290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1" name="Google Shape;291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2" name="Google Shape;292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3" name="Google Shape;293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4" name="Google Shape;294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5" name="Google Shape;295;p8"/>
              <p:cNvSpPr/>
              <p:nvPr/>
            </p:nvSpPr>
            <p:spPr>
              <a:xfrm>
                <a:off x="1700256" y="1684326"/>
                <a:ext cx="1158221" cy="111764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6" name="Google Shape;296;p8"/>
              <p:cNvSpPr/>
              <p:nvPr/>
            </p:nvSpPr>
            <p:spPr>
              <a:xfrm>
                <a:off x="1791667" y="1767247"/>
                <a:ext cx="1150569" cy="1135280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7" name="Google Shape;297;p8"/>
              <p:cNvSpPr/>
              <p:nvPr/>
            </p:nvSpPr>
            <p:spPr>
              <a:xfrm>
                <a:off x="1937927" y="1863201"/>
                <a:ext cx="1074156" cy="1085006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8" name="Google Shape;298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299" name="Google Shape;299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0" name="Google Shape;300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1" name="Google Shape;301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2" name="Google Shape;302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03" name="Google Shape;303;p8"/>
          <p:cNvGrpSpPr/>
          <p:nvPr/>
        </p:nvGrpSpPr>
        <p:grpSpPr>
          <a:xfrm>
            <a:off x="10675597" y="-2710011"/>
            <a:ext cx="3667491" cy="3655888"/>
            <a:chOff x="2724182" y="-1866850"/>
            <a:chExt cx="2750618" cy="2741916"/>
          </a:xfrm>
        </p:grpSpPr>
        <p:sp>
          <p:nvSpPr>
            <p:cNvPr id="304" name="Google Shape;304;p8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05" name="Google Shape;305;p8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06" name="Google Shape;306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7" name="Google Shape;307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2" name="Google Shape;312;p8"/>
              <p:cNvSpPr/>
              <p:nvPr/>
            </p:nvSpPr>
            <p:spPr>
              <a:xfrm>
                <a:off x="1718544" y="1684326"/>
                <a:ext cx="1139830" cy="112542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3" name="Google Shape;313;p8"/>
              <p:cNvSpPr/>
              <p:nvPr/>
            </p:nvSpPr>
            <p:spPr>
              <a:xfrm>
                <a:off x="1800803" y="1767246"/>
                <a:ext cx="1141274" cy="1143053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4" name="Google Shape;314;p8"/>
              <p:cNvSpPr/>
              <p:nvPr/>
            </p:nvSpPr>
            <p:spPr>
              <a:xfrm>
                <a:off x="1883078" y="1863201"/>
                <a:ext cx="1128967" cy="1138508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5" name="Google Shape;315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6" name="Google Shape;316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7" name="Google Shape;317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8" name="Google Shape;318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19" name="Google Shape;319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20" name="Google Shape;320;p8"/>
          <p:cNvGrpSpPr/>
          <p:nvPr/>
        </p:nvGrpSpPr>
        <p:grpSpPr>
          <a:xfrm flipH="1">
            <a:off x="9934282" y="6055193"/>
            <a:ext cx="3436213" cy="3518092"/>
            <a:chOff x="-1115775" y="4467744"/>
            <a:chExt cx="2577160" cy="2638569"/>
          </a:xfrm>
        </p:grpSpPr>
        <p:sp>
          <p:nvSpPr>
            <p:cNvPr id="321" name="Google Shape;321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22" name="Google Shape;322;p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23" name="Google Shape;323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4" name="Google Shape;324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5" name="Google Shape;325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8" name="Google Shape;328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29" name="Google Shape;329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0" name="Google Shape;330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1" name="Google Shape;331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2" name="Google Shape;332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3" name="Google Shape;333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4" name="Google Shape;334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5" name="Google Shape;335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36" name="Google Shape;336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37" name="Google Shape;337;p8"/>
          <p:cNvGrpSpPr/>
          <p:nvPr/>
        </p:nvGrpSpPr>
        <p:grpSpPr>
          <a:xfrm>
            <a:off x="-1244752" y="6055193"/>
            <a:ext cx="3436213" cy="3518092"/>
            <a:chOff x="-1115775" y="4467744"/>
            <a:chExt cx="2577160" cy="2638569"/>
          </a:xfrm>
        </p:grpSpPr>
        <p:sp>
          <p:nvSpPr>
            <p:cNvPr id="338" name="Google Shape;338;p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39" name="Google Shape;339;p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40" name="Google Shape;340;p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3598653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5702567" y="1818867"/>
            <a:ext cx="5538400" cy="10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5333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endParaRPr/>
          </a:p>
        </p:txBody>
      </p:sp>
      <p:sp>
        <p:nvSpPr>
          <p:cNvPr id="356" name="Google Shape;356;p9"/>
          <p:cNvSpPr txBox="1">
            <a:spLocks noGrp="1"/>
          </p:cNvSpPr>
          <p:nvPr>
            <p:ph type="subTitle" idx="1"/>
          </p:nvPr>
        </p:nvSpPr>
        <p:spPr>
          <a:xfrm>
            <a:off x="5702567" y="3073824"/>
            <a:ext cx="5538400" cy="188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357" name="Google Shape;357;p9"/>
          <p:cNvGrpSpPr/>
          <p:nvPr/>
        </p:nvGrpSpPr>
        <p:grpSpPr>
          <a:xfrm rot="5400000" flipH="1">
            <a:off x="10422261" y="-2579462"/>
            <a:ext cx="3548364" cy="3434423"/>
            <a:chOff x="-1199887" y="4530496"/>
            <a:chExt cx="2661273" cy="2575817"/>
          </a:xfrm>
        </p:grpSpPr>
        <p:sp>
          <p:nvSpPr>
            <p:cNvPr id="358" name="Google Shape;358;p9"/>
            <p:cNvSpPr/>
            <p:nvPr/>
          </p:nvSpPr>
          <p:spPr>
            <a:xfrm>
              <a:off x="-1199887" y="4720752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59" name="Google Shape;359;p9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360" name="Google Shape;360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1" name="Google Shape;361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2" name="Google Shape;362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3" name="Google Shape;363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4" name="Google Shape;364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5" name="Google Shape;365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6" name="Google Shape;366;p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7" name="Google Shape;367;p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8" name="Google Shape;368;p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69" name="Google Shape;369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0" name="Google Shape;370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1" name="Google Shape;371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2" name="Google Shape;372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3" name="Google Shape;373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74" name="Google Shape;374;p9"/>
          <p:cNvGrpSpPr/>
          <p:nvPr/>
        </p:nvGrpSpPr>
        <p:grpSpPr>
          <a:xfrm rot="5400000">
            <a:off x="-1666040" y="-2647892"/>
            <a:ext cx="3667491" cy="3655888"/>
            <a:chOff x="2724182" y="-1866850"/>
            <a:chExt cx="2750618" cy="2741916"/>
          </a:xfrm>
        </p:grpSpPr>
        <p:sp>
          <p:nvSpPr>
            <p:cNvPr id="375" name="Google Shape;375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76" name="Google Shape;376;p9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77" name="Google Shape;377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8" name="Google Shape;378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79" name="Google Shape;379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0" name="Google Shape;380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1" name="Google Shape;381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2" name="Google Shape;382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3" name="Google Shape;383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4" name="Google Shape;384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5" name="Google Shape;385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6" name="Google Shape;386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7" name="Google Shape;387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8" name="Google Shape;388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89" name="Google Shape;389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0" name="Google Shape;390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391" name="Google Shape;391;p9"/>
          <p:cNvGrpSpPr/>
          <p:nvPr/>
        </p:nvGrpSpPr>
        <p:grpSpPr>
          <a:xfrm rot="10800000">
            <a:off x="3964579" y="6033385"/>
            <a:ext cx="3667491" cy="3655888"/>
            <a:chOff x="2724182" y="-1866850"/>
            <a:chExt cx="2750618" cy="2741916"/>
          </a:xfrm>
        </p:grpSpPr>
        <p:sp>
          <p:nvSpPr>
            <p:cNvPr id="392" name="Google Shape;392;p9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393" name="Google Shape;393;p9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394" name="Google Shape;394;p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5" name="Google Shape;395;p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6" name="Google Shape;396;p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7" name="Google Shape;397;p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8" name="Google Shape;398;p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399" name="Google Shape;399;p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0" name="Google Shape;400;p9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1" name="Google Shape;401;p9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2" name="Google Shape;402;p9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3" name="Google Shape;403;p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4" name="Google Shape;404;p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5" name="Google Shape;405;p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07" name="Google Shape;407;p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746089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0"/>
          <p:cNvSpPr>
            <a:spLocks noGrp="1"/>
          </p:cNvSpPr>
          <p:nvPr>
            <p:ph type="pic" idx="2"/>
          </p:nvPr>
        </p:nvSpPr>
        <p:spPr>
          <a:xfrm>
            <a:off x="-133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10"/>
          <p:cNvSpPr txBox="1">
            <a:spLocks noGrp="1"/>
          </p:cNvSpPr>
          <p:nvPr>
            <p:ph type="title"/>
          </p:nvPr>
        </p:nvSpPr>
        <p:spPr>
          <a:xfrm>
            <a:off x="5017033" y="4502767"/>
            <a:ext cx="6224000" cy="16420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411587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1"/>
          <p:cNvSpPr txBox="1">
            <a:spLocks noGrp="1"/>
          </p:cNvSpPr>
          <p:nvPr>
            <p:ph type="title" hasCustomPrompt="1"/>
          </p:nvPr>
        </p:nvSpPr>
        <p:spPr>
          <a:xfrm>
            <a:off x="1438400" y="1710577"/>
            <a:ext cx="9315200" cy="22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7333"/>
            </a:lvl9pPr>
          </a:lstStyle>
          <a:p>
            <a:r>
              <a:t>xx%</a:t>
            </a:r>
          </a:p>
        </p:txBody>
      </p:sp>
      <p:sp>
        <p:nvSpPr>
          <p:cNvPr id="413" name="Google Shape;413;p11"/>
          <p:cNvSpPr txBox="1">
            <a:spLocks noGrp="1"/>
          </p:cNvSpPr>
          <p:nvPr>
            <p:ph type="subTitle" idx="1"/>
          </p:nvPr>
        </p:nvSpPr>
        <p:spPr>
          <a:xfrm>
            <a:off x="1438400" y="4173867"/>
            <a:ext cx="9315200" cy="5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414" name="Google Shape;414;p11"/>
          <p:cNvGrpSpPr/>
          <p:nvPr/>
        </p:nvGrpSpPr>
        <p:grpSpPr>
          <a:xfrm flipH="1">
            <a:off x="4266748" y="6134563"/>
            <a:ext cx="3436213" cy="3518092"/>
            <a:chOff x="-1115775" y="4467744"/>
            <a:chExt cx="2577160" cy="2638569"/>
          </a:xfrm>
        </p:grpSpPr>
        <p:sp>
          <p:nvSpPr>
            <p:cNvPr id="415" name="Google Shape;415;p1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16" name="Google Shape;416;p1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417" name="Google Shape;417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8" name="Google Shape;418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19" name="Google Shape;419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0" name="Google Shape;420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1" name="Google Shape;421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2" name="Google Shape;422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3" name="Google Shape;423;p1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5" name="Google Shape;425;p1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6" name="Google Shape;426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7" name="Google Shape;427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31" name="Google Shape;431;p11"/>
          <p:cNvGrpSpPr/>
          <p:nvPr/>
        </p:nvGrpSpPr>
        <p:grpSpPr>
          <a:xfrm>
            <a:off x="10675611" y="-2677645"/>
            <a:ext cx="3667491" cy="3655888"/>
            <a:chOff x="2724182" y="-1866850"/>
            <a:chExt cx="2750618" cy="2741916"/>
          </a:xfrm>
        </p:grpSpPr>
        <p:sp>
          <p:nvSpPr>
            <p:cNvPr id="432" name="Google Shape;432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33" name="Google Shape;433;p1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34" name="Google Shape;434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7" name="Google Shape;437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8" name="Google Shape;438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39" name="Google Shape;439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0" name="Google Shape;440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1" name="Google Shape;441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2" name="Google Shape;442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3" name="Google Shape;443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4" name="Google Shape;444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5" name="Google Shape;445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6" name="Google Shape;446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47" name="Google Shape;447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48" name="Google Shape;448;p11"/>
          <p:cNvGrpSpPr/>
          <p:nvPr/>
        </p:nvGrpSpPr>
        <p:grpSpPr>
          <a:xfrm rot="5400000">
            <a:off x="-1962144" y="-2480845"/>
            <a:ext cx="3667491" cy="3655888"/>
            <a:chOff x="2724182" y="-1866850"/>
            <a:chExt cx="2750618" cy="2741916"/>
          </a:xfrm>
        </p:grpSpPr>
        <p:sp>
          <p:nvSpPr>
            <p:cNvPr id="449" name="Google Shape;449;p1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50" name="Google Shape;450;p1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51" name="Google Shape;451;p1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2" name="Google Shape;452;p1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3" name="Google Shape;453;p1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4" name="Google Shape;454;p1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8" name="Google Shape;458;p11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59" name="Google Shape;459;p11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0" name="Google Shape;460;p1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1" name="Google Shape;461;p1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2" name="Google Shape;462;p1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3" name="Google Shape;463;p1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64" name="Google Shape;464;p1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2300889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601069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3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468" name="Google Shape;468;p13"/>
          <p:cNvSpPr txBox="1">
            <a:spLocks noGrp="1"/>
          </p:cNvSpPr>
          <p:nvPr>
            <p:ph type="subTitle" idx="1"/>
          </p:nvPr>
        </p:nvSpPr>
        <p:spPr>
          <a:xfrm>
            <a:off x="2328767" y="2224432"/>
            <a:ext cx="32924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69" name="Google Shape;469;p13"/>
          <p:cNvSpPr txBox="1">
            <a:spLocks noGrp="1"/>
          </p:cNvSpPr>
          <p:nvPr>
            <p:ph type="title" idx="2" hasCustomPrompt="1"/>
          </p:nvPr>
        </p:nvSpPr>
        <p:spPr>
          <a:xfrm>
            <a:off x="1090600" y="2224432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0" name="Google Shape;470;p13"/>
          <p:cNvSpPr txBox="1">
            <a:spLocks noGrp="1"/>
          </p:cNvSpPr>
          <p:nvPr>
            <p:ph type="subTitle" idx="3"/>
          </p:nvPr>
        </p:nvSpPr>
        <p:spPr>
          <a:xfrm>
            <a:off x="2328767" y="4298797"/>
            <a:ext cx="32924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1" name="Google Shape;471;p13"/>
          <p:cNvSpPr txBox="1">
            <a:spLocks noGrp="1"/>
          </p:cNvSpPr>
          <p:nvPr>
            <p:ph type="title" idx="4" hasCustomPrompt="1"/>
          </p:nvPr>
        </p:nvSpPr>
        <p:spPr>
          <a:xfrm>
            <a:off x="1090600" y="4298797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2" name="Google Shape;472;p13"/>
          <p:cNvSpPr txBox="1">
            <a:spLocks noGrp="1"/>
          </p:cNvSpPr>
          <p:nvPr>
            <p:ph type="subTitle" idx="5"/>
          </p:nvPr>
        </p:nvSpPr>
        <p:spPr>
          <a:xfrm>
            <a:off x="7744833" y="2224432"/>
            <a:ext cx="34136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3" name="Google Shape;473;p13"/>
          <p:cNvSpPr txBox="1">
            <a:spLocks noGrp="1"/>
          </p:cNvSpPr>
          <p:nvPr>
            <p:ph type="title" idx="6" hasCustomPrompt="1"/>
          </p:nvPr>
        </p:nvSpPr>
        <p:spPr>
          <a:xfrm>
            <a:off x="6506667" y="2224432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sp>
        <p:nvSpPr>
          <p:cNvPr id="474" name="Google Shape;474;p13"/>
          <p:cNvSpPr txBox="1">
            <a:spLocks noGrp="1"/>
          </p:cNvSpPr>
          <p:nvPr>
            <p:ph type="subTitle" idx="7"/>
          </p:nvPr>
        </p:nvSpPr>
        <p:spPr>
          <a:xfrm>
            <a:off x="7744833" y="4298797"/>
            <a:ext cx="3413600" cy="104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475" name="Google Shape;475;p13"/>
          <p:cNvSpPr txBox="1">
            <a:spLocks noGrp="1"/>
          </p:cNvSpPr>
          <p:nvPr>
            <p:ph type="title" idx="8" hasCustomPrompt="1"/>
          </p:nvPr>
        </p:nvSpPr>
        <p:spPr>
          <a:xfrm>
            <a:off x="6506667" y="4298797"/>
            <a:ext cx="1168400" cy="82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5867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6133"/>
            </a:lvl9pPr>
          </a:lstStyle>
          <a:p>
            <a:r>
              <a:t>xx%</a:t>
            </a:r>
          </a:p>
        </p:txBody>
      </p:sp>
      <p:grpSp>
        <p:nvGrpSpPr>
          <p:cNvPr id="476" name="Google Shape;476;p13"/>
          <p:cNvGrpSpPr/>
          <p:nvPr/>
        </p:nvGrpSpPr>
        <p:grpSpPr>
          <a:xfrm>
            <a:off x="-1847023" y="5947230"/>
            <a:ext cx="3659033" cy="3637017"/>
            <a:chOff x="5985575" y="4420825"/>
            <a:chExt cx="2744275" cy="2727763"/>
          </a:xfrm>
        </p:grpSpPr>
        <p:sp>
          <p:nvSpPr>
            <p:cNvPr id="477" name="Google Shape;477;p1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78" name="Google Shape;478;p1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479" name="Google Shape;479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0" name="Google Shape;480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1" name="Google Shape;481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2" name="Google Shape;482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3" name="Google Shape;483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4" name="Google Shape;484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5" name="Google Shape;485;p13"/>
              <p:cNvSpPr/>
              <p:nvPr/>
            </p:nvSpPr>
            <p:spPr>
              <a:xfrm>
                <a:off x="1732963" y="1684323"/>
                <a:ext cx="1125421" cy="1098689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6" name="Google Shape;486;p13"/>
              <p:cNvSpPr/>
              <p:nvPr/>
            </p:nvSpPr>
            <p:spPr>
              <a:xfrm>
                <a:off x="1796949" y="1767253"/>
                <a:ext cx="1145258" cy="1143622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7" name="Google Shape;487;p13"/>
              <p:cNvSpPr/>
              <p:nvPr/>
            </p:nvSpPr>
            <p:spPr>
              <a:xfrm>
                <a:off x="1943210" y="1863197"/>
                <a:ext cx="1068918" cy="109342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8" name="Google Shape;488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89" name="Google Shape;489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0" name="Google Shape;490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1" name="Google Shape;491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2" name="Google Shape;492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493" name="Google Shape;493;p13"/>
          <p:cNvGrpSpPr/>
          <p:nvPr/>
        </p:nvGrpSpPr>
        <p:grpSpPr>
          <a:xfrm>
            <a:off x="10501211" y="-2846112"/>
            <a:ext cx="3667491" cy="3655888"/>
            <a:chOff x="2724182" y="-1866850"/>
            <a:chExt cx="2750618" cy="2741916"/>
          </a:xfrm>
        </p:grpSpPr>
        <p:sp>
          <p:nvSpPr>
            <p:cNvPr id="494" name="Google Shape;494;p13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495" name="Google Shape;495;p13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496" name="Google Shape;496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7" name="Google Shape;497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8" name="Google Shape;498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499" name="Google Shape;499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0" name="Google Shape;500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1" name="Google Shape;501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2" name="Google Shape;502;p13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3" name="Google Shape;503;p13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4" name="Google Shape;504;p13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5" name="Google Shape;505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6" name="Google Shape;506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7" name="Google Shape;507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8" name="Google Shape;508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09" name="Google Shape;509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10" name="Google Shape;510;p13"/>
          <p:cNvGrpSpPr/>
          <p:nvPr/>
        </p:nvGrpSpPr>
        <p:grpSpPr>
          <a:xfrm flipH="1">
            <a:off x="10570443" y="5874497"/>
            <a:ext cx="3436213" cy="3518092"/>
            <a:chOff x="-1115775" y="4467744"/>
            <a:chExt cx="2577160" cy="2638569"/>
          </a:xfrm>
        </p:grpSpPr>
        <p:sp>
          <p:nvSpPr>
            <p:cNvPr id="511" name="Google Shape;511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12" name="Google Shape;512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13" name="Google Shape;513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4" name="Google Shape;514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5" name="Google Shape;515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6" name="Google Shape;516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7" name="Google Shape;517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8" name="Google Shape;518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19" name="Google Shape;519;p13"/>
              <p:cNvSpPr/>
              <p:nvPr/>
            </p:nvSpPr>
            <p:spPr>
              <a:xfrm>
                <a:off x="1736082" y="1684323"/>
                <a:ext cx="1122388" cy="112826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0" name="Google Shape;520;p13"/>
              <p:cNvSpPr/>
              <p:nvPr/>
            </p:nvSpPr>
            <p:spPr>
              <a:xfrm>
                <a:off x="1781796" y="1767253"/>
                <a:ext cx="1160432" cy="114570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1" name="Google Shape;521;p13"/>
              <p:cNvSpPr/>
              <p:nvPr/>
            </p:nvSpPr>
            <p:spPr>
              <a:xfrm>
                <a:off x="1891495" y="1863197"/>
                <a:ext cx="1120549" cy="114131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2" name="Google Shape;522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3" name="Google Shape;523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4" name="Google Shape;524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5" name="Google Shape;525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26" name="Google Shape;526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27" name="Google Shape;527;p13"/>
          <p:cNvGrpSpPr/>
          <p:nvPr/>
        </p:nvGrpSpPr>
        <p:grpSpPr>
          <a:xfrm rot="10800000" flipH="1">
            <a:off x="-1521424" y="-2669879"/>
            <a:ext cx="3436213" cy="3518092"/>
            <a:chOff x="-1115775" y="4467744"/>
            <a:chExt cx="2577160" cy="2638569"/>
          </a:xfrm>
        </p:grpSpPr>
        <p:sp>
          <p:nvSpPr>
            <p:cNvPr id="528" name="Google Shape;528;p1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29" name="Google Shape;529;p1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30" name="Google Shape;530;p1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1" name="Google Shape;531;p1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2" name="Google Shape;532;p1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3" name="Google Shape;533;p1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4" name="Google Shape;534;p1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5" name="Google Shape;535;p1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6" name="Google Shape;536;p13"/>
              <p:cNvSpPr/>
              <p:nvPr/>
            </p:nvSpPr>
            <p:spPr>
              <a:xfrm>
                <a:off x="1738076" y="1684323"/>
                <a:ext cx="1120302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7" name="Google Shape;537;p13"/>
              <p:cNvSpPr/>
              <p:nvPr/>
            </p:nvSpPr>
            <p:spPr>
              <a:xfrm>
                <a:off x="1747229" y="1767253"/>
                <a:ext cx="1194952" cy="117490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8" name="Google Shape;538;p13"/>
              <p:cNvSpPr/>
              <p:nvPr/>
            </p:nvSpPr>
            <p:spPr>
              <a:xfrm>
                <a:off x="1866065" y="1863197"/>
                <a:ext cx="1145991" cy="113383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39" name="Google Shape;539;p1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0" name="Google Shape;540;p1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1" name="Google Shape;541;p1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2" name="Google Shape;542;p1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43" name="Google Shape;543;p1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5765893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14"/>
          <p:cNvSpPr txBox="1">
            <a:spLocks noGrp="1"/>
          </p:cNvSpPr>
          <p:nvPr>
            <p:ph type="title"/>
          </p:nvPr>
        </p:nvSpPr>
        <p:spPr>
          <a:xfrm>
            <a:off x="1044200" y="4909633"/>
            <a:ext cx="10103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endParaRPr/>
          </a:p>
        </p:txBody>
      </p:sp>
      <p:sp>
        <p:nvSpPr>
          <p:cNvPr id="546" name="Google Shape;546;p14"/>
          <p:cNvSpPr txBox="1">
            <a:spLocks noGrp="1"/>
          </p:cNvSpPr>
          <p:nvPr>
            <p:ph type="subTitle" idx="1"/>
          </p:nvPr>
        </p:nvSpPr>
        <p:spPr>
          <a:xfrm>
            <a:off x="1044200" y="2632535"/>
            <a:ext cx="10103600" cy="20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4667"/>
            </a:lvl9pPr>
          </a:lstStyle>
          <a:p>
            <a:endParaRPr/>
          </a:p>
        </p:txBody>
      </p:sp>
      <p:grpSp>
        <p:nvGrpSpPr>
          <p:cNvPr id="547" name="Google Shape;547;p14"/>
          <p:cNvGrpSpPr/>
          <p:nvPr/>
        </p:nvGrpSpPr>
        <p:grpSpPr>
          <a:xfrm rot="5400000" flipH="1">
            <a:off x="10153545" y="-2434998"/>
            <a:ext cx="3535664" cy="3434423"/>
            <a:chOff x="-1190362" y="4530496"/>
            <a:chExt cx="2651748" cy="2575817"/>
          </a:xfrm>
        </p:grpSpPr>
        <p:sp>
          <p:nvSpPr>
            <p:cNvPr id="548" name="Google Shape;548;p14"/>
            <p:cNvSpPr/>
            <p:nvPr/>
          </p:nvSpPr>
          <p:spPr>
            <a:xfrm>
              <a:off x="-1190362" y="47725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49" name="Google Shape;549;p1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550" name="Google Shape;550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64" name="Google Shape;564;p14"/>
          <p:cNvGrpSpPr/>
          <p:nvPr/>
        </p:nvGrpSpPr>
        <p:grpSpPr>
          <a:xfrm rot="5400000">
            <a:off x="-2059656" y="-2545745"/>
            <a:ext cx="3667491" cy="3655888"/>
            <a:chOff x="2724182" y="-1866850"/>
            <a:chExt cx="2750618" cy="2741916"/>
          </a:xfrm>
        </p:grpSpPr>
        <p:sp>
          <p:nvSpPr>
            <p:cNvPr id="565" name="Google Shape;565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66" name="Google Shape;566;p14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67" name="Google Shape;567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581" name="Google Shape;581;p14"/>
          <p:cNvGrpSpPr/>
          <p:nvPr/>
        </p:nvGrpSpPr>
        <p:grpSpPr>
          <a:xfrm rot="10800000">
            <a:off x="-2186690" y="5995121"/>
            <a:ext cx="3667491" cy="3655888"/>
            <a:chOff x="2724182" y="-1866850"/>
            <a:chExt cx="2750618" cy="2741916"/>
          </a:xfrm>
        </p:grpSpPr>
        <p:sp>
          <p:nvSpPr>
            <p:cNvPr id="582" name="Google Shape;582;p14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583" name="Google Shape;583;p14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584" name="Google Shape;584;p1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5" name="Google Shape;585;p1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1726391" y="1684321"/>
                <a:ext cx="1131867" cy="112352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1781240" y="1767255"/>
                <a:ext cx="1160811" cy="1150258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1890925" y="1863197"/>
                <a:ext cx="1121111" cy="111830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49441329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p15"/>
          <p:cNvSpPr txBox="1">
            <a:spLocks noGrp="1"/>
          </p:cNvSpPr>
          <p:nvPr>
            <p:ph type="title"/>
          </p:nvPr>
        </p:nvSpPr>
        <p:spPr>
          <a:xfrm>
            <a:off x="7275033" y="2829367"/>
            <a:ext cx="3966000" cy="20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6000"/>
            </a:lvl9pPr>
          </a:lstStyle>
          <a:p>
            <a:endParaRPr/>
          </a:p>
        </p:txBody>
      </p:sp>
      <p:sp>
        <p:nvSpPr>
          <p:cNvPr id="600" name="Google Shape;600;p15"/>
          <p:cNvSpPr txBox="1">
            <a:spLocks noGrp="1"/>
          </p:cNvSpPr>
          <p:nvPr>
            <p:ph type="title" idx="2" hasCustomPrompt="1"/>
          </p:nvPr>
        </p:nvSpPr>
        <p:spPr>
          <a:xfrm>
            <a:off x="9806233" y="1407633"/>
            <a:ext cx="1434800" cy="133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7066"/>
            </a:lvl9pPr>
          </a:lstStyle>
          <a:p>
            <a:r>
              <a:t>xx%</a:t>
            </a:r>
          </a:p>
        </p:txBody>
      </p:sp>
      <p:grpSp>
        <p:nvGrpSpPr>
          <p:cNvPr id="601" name="Google Shape;601;p15"/>
          <p:cNvGrpSpPr/>
          <p:nvPr/>
        </p:nvGrpSpPr>
        <p:grpSpPr>
          <a:xfrm rot="5400000" flipH="1">
            <a:off x="-1931281" y="5448269"/>
            <a:ext cx="3659033" cy="3637017"/>
            <a:chOff x="5985575" y="4420825"/>
            <a:chExt cx="2744275" cy="2727763"/>
          </a:xfrm>
        </p:grpSpPr>
        <p:sp>
          <p:nvSpPr>
            <p:cNvPr id="602" name="Google Shape;602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03" name="Google Shape;603;p15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04" name="Google Shape;604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5" name="Google Shape;605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6" name="Google Shape;606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7" name="Google Shape;607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8" name="Google Shape;608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09" name="Google Shape;609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0" name="Google Shape;610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1" name="Google Shape;611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2" name="Google Shape;612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3" name="Google Shape;613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5" name="Google Shape;615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6" name="Google Shape;616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17" name="Google Shape;617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18" name="Google Shape;618;p15"/>
          <p:cNvGrpSpPr/>
          <p:nvPr/>
        </p:nvGrpSpPr>
        <p:grpSpPr>
          <a:xfrm rot="5400000" flipH="1">
            <a:off x="10711586" y="5428425"/>
            <a:ext cx="3659033" cy="3637017"/>
            <a:chOff x="5985575" y="4420825"/>
            <a:chExt cx="2744275" cy="2727763"/>
          </a:xfrm>
        </p:grpSpPr>
        <p:sp>
          <p:nvSpPr>
            <p:cNvPr id="619" name="Google Shape;619;p15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20" name="Google Shape;620;p15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21" name="Google Shape;621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2" name="Google Shape;622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3" name="Google Shape;623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4" name="Google Shape;624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5" name="Google Shape;625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6" name="Google Shape;626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7" name="Google Shape;627;p15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8" name="Google Shape;628;p15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29" name="Google Shape;629;p15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0" name="Google Shape;630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1" name="Google Shape;631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2" name="Google Shape;632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3" name="Google Shape;633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4" name="Google Shape;634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35" name="Google Shape;635;p15"/>
          <p:cNvGrpSpPr/>
          <p:nvPr/>
        </p:nvGrpSpPr>
        <p:grpSpPr>
          <a:xfrm rot="10800000">
            <a:off x="4942281" y="-3001974"/>
            <a:ext cx="3436213" cy="3518092"/>
            <a:chOff x="-1115775" y="4467744"/>
            <a:chExt cx="2577160" cy="2638569"/>
          </a:xfrm>
        </p:grpSpPr>
        <p:sp>
          <p:nvSpPr>
            <p:cNvPr id="636" name="Google Shape;636;p1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37" name="Google Shape;637;p1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38" name="Google Shape;638;p1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39" name="Google Shape;639;p1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0" name="Google Shape;640;p1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1" name="Google Shape;641;p1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2" name="Google Shape;642;p1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3" name="Google Shape;643;p1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4" name="Google Shape;644;p1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5" name="Google Shape;645;p1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6" name="Google Shape;646;p1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7" name="Google Shape;647;p1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8" name="Google Shape;648;p1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49" name="Google Shape;649;p1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0" name="Google Shape;650;p1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51" name="Google Shape;651;p1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4237480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Manrope"/>
              <a:buNone/>
              <a:defRPr>
                <a:latin typeface="Manrope"/>
                <a:ea typeface="Manrope"/>
                <a:cs typeface="Manrope"/>
                <a:sym typeface="Manrope"/>
              </a:defRPr>
            </a:lvl9pPr>
          </a:lstStyle>
          <a:p>
            <a:endParaRPr/>
          </a:p>
        </p:txBody>
      </p:sp>
      <p:sp>
        <p:nvSpPr>
          <p:cNvPr id="654" name="Google Shape;654;p16"/>
          <p:cNvSpPr txBox="1">
            <a:spLocks noGrp="1"/>
          </p:cNvSpPr>
          <p:nvPr>
            <p:ph type="subTitle" idx="1"/>
          </p:nvPr>
        </p:nvSpPr>
        <p:spPr>
          <a:xfrm>
            <a:off x="1057133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5" name="Google Shape;655;p16"/>
          <p:cNvSpPr txBox="1">
            <a:spLocks noGrp="1"/>
          </p:cNvSpPr>
          <p:nvPr>
            <p:ph type="title" idx="2" hasCustomPrompt="1"/>
          </p:nvPr>
        </p:nvSpPr>
        <p:spPr>
          <a:xfrm>
            <a:off x="1057133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56" name="Google Shape;656;p16"/>
          <p:cNvSpPr txBox="1">
            <a:spLocks noGrp="1"/>
          </p:cNvSpPr>
          <p:nvPr>
            <p:ph type="subTitle" idx="3"/>
          </p:nvPr>
        </p:nvSpPr>
        <p:spPr>
          <a:xfrm>
            <a:off x="1057133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657" name="Google Shape;657;p16"/>
          <p:cNvSpPr txBox="1">
            <a:spLocks noGrp="1"/>
          </p:cNvSpPr>
          <p:nvPr>
            <p:ph type="subTitle" idx="4"/>
          </p:nvPr>
        </p:nvSpPr>
        <p:spPr>
          <a:xfrm>
            <a:off x="8146833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58" name="Google Shape;658;p16"/>
          <p:cNvSpPr txBox="1">
            <a:spLocks noGrp="1"/>
          </p:cNvSpPr>
          <p:nvPr>
            <p:ph type="title" idx="5" hasCustomPrompt="1"/>
          </p:nvPr>
        </p:nvSpPr>
        <p:spPr>
          <a:xfrm>
            <a:off x="8146833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59" name="Google Shape;659;p16"/>
          <p:cNvSpPr txBox="1">
            <a:spLocks noGrp="1"/>
          </p:cNvSpPr>
          <p:nvPr>
            <p:ph type="subTitle" idx="6"/>
          </p:nvPr>
        </p:nvSpPr>
        <p:spPr>
          <a:xfrm>
            <a:off x="8146833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660" name="Google Shape;660;p16"/>
          <p:cNvSpPr txBox="1">
            <a:spLocks noGrp="1"/>
          </p:cNvSpPr>
          <p:nvPr>
            <p:ph type="subTitle" idx="7"/>
          </p:nvPr>
        </p:nvSpPr>
        <p:spPr>
          <a:xfrm>
            <a:off x="4602000" y="4290700"/>
            <a:ext cx="2988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61" name="Google Shape;661;p16"/>
          <p:cNvSpPr txBox="1">
            <a:spLocks noGrp="1"/>
          </p:cNvSpPr>
          <p:nvPr>
            <p:ph type="title" idx="8" hasCustomPrompt="1"/>
          </p:nvPr>
        </p:nvSpPr>
        <p:spPr>
          <a:xfrm>
            <a:off x="4602000" y="2339900"/>
            <a:ext cx="2988000" cy="123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662" name="Google Shape;662;p16"/>
          <p:cNvSpPr txBox="1">
            <a:spLocks noGrp="1"/>
          </p:cNvSpPr>
          <p:nvPr>
            <p:ph type="subTitle" idx="9"/>
          </p:nvPr>
        </p:nvSpPr>
        <p:spPr>
          <a:xfrm>
            <a:off x="4602000" y="3665283"/>
            <a:ext cx="29880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663" name="Google Shape;663;p16"/>
          <p:cNvGrpSpPr/>
          <p:nvPr/>
        </p:nvGrpSpPr>
        <p:grpSpPr>
          <a:xfrm rot="10800000" flipH="1">
            <a:off x="-2016481" y="-2587098"/>
            <a:ext cx="3659033" cy="3637017"/>
            <a:chOff x="5985575" y="4420825"/>
            <a:chExt cx="2744275" cy="2727763"/>
          </a:xfrm>
        </p:grpSpPr>
        <p:sp>
          <p:nvSpPr>
            <p:cNvPr id="664" name="Google Shape;664;p16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65" name="Google Shape;665;p16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666" name="Google Shape;666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7" name="Google Shape;667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8" name="Google Shape;668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69" name="Google Shape;669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0" name="Google Shape;670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1" name="Google Shape;671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4" name="Google Shape;674;p16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5" name="Google Shape;675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6" name="Google Shape;676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7" name="Google Shape;677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8" name="Google Shape;678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79" name="Google Shape;679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680" name="Google Shape;680;p16"/>
          <p:cNvGrpSpPr/>
          <p:nvPr/>
        </p:nvGrpSpPr>
        <p:grpSpPr>
          <a:xfrm flipH="1">
            <a:off x="10569082" y="5844159"/>
            <a:ext cx="3436213" cy="3518092"/>
            <a:chOff x="-1115775" y="4467744"/>
            <a:chExt cx="2577160" cy="2638569"/>
          </a:xfrm>
        </p:grpSpPr>
        <p:sp>
          <p:nvSpPr>
            <p:cNvPr id="681" name="Google Shape;681;p1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682" name="Google Shape;682;p1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683" name="Google Shape;683;p1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4" name="Google Shape;684;p1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5" name="Google Shape;685;p1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6" name="Google Shape;686;p1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7" name="Google Shape;687;p1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8" name="Google Shape;688;p1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89" name="Google Shape;689;p1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0" name="Google Shape;690;p1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1" name="Google Shape;691;p1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2" name="Google Shape;692;p1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3" name="Google Shape;693;p1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4" name="Google Shape;694;p1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5" name="Google Shape;695;p1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696" name="Google Shape;696;p1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59454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7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699" name="Google Shape;699;p17"/>
          <p:cNvSpPr txBox="1">
            <a:spLocks noGrp="1"/>
          </p:cNvSpPr>
          <p:nvPr>
            <p:ph type="subTitle" idx="1"/>
          </p:nvPr>
        </p:nvSpPr>
        <p:spPr>
          <a:xfrm>
            <a:off x="2084400" y="4341640"/>
            <a:ext cx="3553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0" name="Google Shape;700;p17"/>
          <p:cNvSpPr txBox="1">
            <a:spLocks noGrp="1"/>
          </p:cNvSpPr>
          <p:nvPr>
            <p:ph type="title" idx="2" hasCustomPrompt="1"/>
          </p:nvPr>
        </p:nvSpPr>
        <p:spPr>
          <a:xfrm>
            <a:off x="2084400" y="2235767"/>
            <a:ext cx="3553600" cy="1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accen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1" name="Google Shape;701;p17"/>
          <p:cNvSpPr txBox="1">
            <a:spLocks noGrp="1"/>
          </p:cNvSpPr>
          <p:nvPr>
            <p:ph type="subTitle" idx="3"/>
          </p:nvPr>
        </p:nvSpPr>
        <p:spPr>
          <a:xfrm>
            <a:off x="2084400" y="3716224"/>
            <a:ext cx="3553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702" name="Google Shape;702;p17"/>
          <p:cNvSpPr txBox="1">
            <a:spLocks noGrp="1"/>
          </p:cNvSpPr>
          <p:nvPr>
            <p:ph type="subTitle" idx="4"/>
          </p:nvPr>
        </p:nvSpPr>
        <p:spPr>
          <a:xfrm>
            <a:off x="7362767" y="4341640"/>
            <a:ext cx="35536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703" name="Google Shape;703;p17"/>
          <p:cNvSpPr txBox="1">
            <a:spLocks noGrp="1"/>
          </p:cNvSpPr>
          <p:nvPr>
            <p:ph type="title" idx="5" hasCustomPrompt="1"/>
          </p:nvPr>
        </p:nvSpPr>
        <p:spPr>
          <a:xfrm>
            <a:off x="7362767" y="2235767"/>
            <a:ext cx="3553600" cy="147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04" name="Google Shape;704;p17"/>
          <p:cNvSpPr txBox="1">
            <a:spLocks noGrp="1"/>
          </p:cNvSpPr>
          <p:nvPr>
            <p:ph type="subTitle" idx="6"/>
          </p:nvPr>
        </p:nvSpPr>
        <p:spPr>
          <a:xfrm>
            <a:off x="7362767" y="3716224"/>
            <a:ext cx="3553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705" name="Google Shape;705;p17"/>
          <p:cNvGrpSpPr/>
          <p:nvPr/>
        </p:nvGrpSpPr>
        <p:grpSpPr>
          <a:xfrm>
            <a:off x="11105843" y="-2396367"/>
            <a:ext cx="3667491" cy="3655888"/>
            <a:chOff x="2724182" y="-1866850"/>
            <a:chExt cx="2750618" cy="2741916"/>
          </a:xfrm>
        </p:grpSpPr>
        <p:sp>
          <p:nvSpPr>
            <p:cNvPr id="706" name="Google Shape;706;p17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07" name="Google Shape;707;p17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708" name="Google Shape;708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1738593" y="1684322"/>
                <a:ext cx="1119733" cy="111916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1793442" y="1767256"/>
                <a:ext cx="1148861" cy="1155187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1903138" y="1863197"/>
                <a:ext cx="1108951" cy="111400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19" name="Google Shape;719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0" name="Google Shape;720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1" name="Google Shape;721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22" name="Google Shape;722;p17"/>
          <p:cNvGrpSpPr/>
          <p:nvPr/>
        </p:nvGrpSpPr>
        <p:grpSpPr>
          <a:xfrm rot="5400000" flipH="1">
            <a:off x="-2045981" y="5780969"/>
            <a:ext cx="3659033" cy="3637017"/>
            <a:chOff x="5985575" y="4420825"/>
            <a:chExt cx="2744275" cy="2727763"/>
          </a:xfrm>
        </p:grpSpPr>
        <p:sp>
          <p:nvSpPr>
            <p:cNvPr id="723" name="Google Shape;723;p17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24" name="Google Shape;724;p17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25" name="Google Shape;725;p1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95966678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p18"/>
          <p:cNvSpPr txBox="1">
            <a:spLocks noGrp="1"/>
          </p:cNvSpPr>
          <p:nvPr>
            <p:ph type="subTitle" idx="1"/>
          </p:nvPr>
        </p:nvSpPr>
        <p:spPr>
          <a:xfrm>
            <a:off x="5395951" y="1755367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1" name="Google Shape;741;p18"/>
          <p:cNvSpPr txBox="1">
            <a:spLocks noGrp="1"/>
          </p:cNvSpPr>
          <p:nvPr>
            <p:ph type="title" hasCustomPrompt="1"/>
          </p:nvPr>
        </p:nvSpPr>
        <p:spPr>
          <a:xfrm>
            <a:off x="5395951" y="685600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42" name="Google Shape;742;p18"/>
          <p:cNvSpPr txBox="1">
            <a:spLocks noGrp="1"/>
          </p:cNvSpPr>
          <p:nvPr>
            <p:ph type="subTitle" idx="2"/>
          </p:nvPr>
        </p:nvSpPr>
        <p:spPr>
          <a:xfrm>
            <a:off x="5395951" y="5501700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3" name="Google Shape;743;p18"/>
          <p:cNvSpPr txBox="1">
            <a:spLocks noGrp="1"/>
          </p:cNvSpPr>
          <p:nvPr>
            <p:ph type="title" idx="3" hasCustomPrompt="1"/>
          </p:nvPr>
        </p:nvSpPr>
        <p:spPr>
          <a:xfrm>
            <a:off x="5395951" y="4431933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744" name="Google Shape;744;p18"/>
          <p:cNvSpPr txBox="1">
            <a:spLocks noGrp="1"/>
          </p:cNvSpPr>
          <p:nvPr>
            <p:ph type="subTitle" idx="4"/>
          </p:nvPr>
        </p:nvSpPr>
        <p:spPr>
          <a:xfrm>
            <a:off x="5395951" y="3628533"/>
            <a:ext cx="5656400" cy="53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sp>
        <p:nvSpPr>
          <p:cNvPr id="745" name="Google Shape;745;p18"/>
          <p:cNvSpPr txBox="1">
            <a:spLocks noGrp="1"/>
          </p:cNvSpPr>
          <p:nvPr>
            <p:ph type="title" idx="5" hasCustomPrompt="1"/>
          </p:nvPr>
        </p:nvSpPr>
        <p:spPr>
          <a:xfrm>
            <a:off x="5395951" y="2558767"/>
            <a:ext cx="5656400" cy="123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4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grpSp>
        <p:nvGrpSpPr>
          <p:cNvPr id="746" name="Google Shape;746;p18"/>
          <p:cNvGrpSpPr/>
          <p:nvPr/>
        </p:nvGrpSpPr>
        <p:grpSpPr>
          <a:xfrm rot="-5400000" flipH="1">
            <a:off x="-2128747" y="5512702"/>
            <a:ext cx="3659033" cy="3637017"/>
            <a:chOff x="5985575" y="4420825"/>
            <a:chExt cx="2744275" cy="2727763"/>
          </a:xfrm>
        </p:grpSpPr>
        <p:sp>
          <p:nvSpPr>
            <p:cNvPr id="747" name="Google Shape;747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48" name="Google Shape;748;p1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49" name="Google Shape;749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0" name="Google Shape;750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1" name="Google Shape;751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2" name="Google Shape;752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3" name="Google Shape;753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4" name="Google Shape;754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5" name="Google Shape;755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6" name="Google Shape;756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7" name="Google Shape;757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8" name="Google Shape;758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59" name="Google Shape;759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0" name="Google Shape;760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1" name="Google Shape;761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2" name="Google Shape;762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63" name="Google Shape;763;p18"/>
          <p:cNvGrpSpPr/>
          <p:nvPr/>
        </p:nvGrpSpPr>
        <p:grpSpPr>
          <a:xfrm flipH="1">
            <a:off x="237430" y="-2816495"/>
            <a:ext cx="3659033" cy="3637017"/>
            <a:chOff x="5985575" y="4420825"/>
            <a:chExt cx="2744275" cy="2727763"/>
          </a:xfrm>
        </p:grpSpPr>
        <p:sp>
          <p:nvSpPr>
            <p:cNvPr id="764" name="Google Shape;764;p18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65" name="Google Shape;765;p18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766" name="Google Shape;766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7" name="Google Shape;767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8" name="Google Shape;768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69" name="Google Shape;769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0" name="Google Shape;770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1" name="Google Shape;771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2" name="Google Shape;772;p18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3" name="Google Shape;773;p18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4" name="Google Shape;774;p18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5" name="Google Shape;775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6" name="Google Shape;776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7" name="Google Shape;777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8" name="Google Shape;778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79" name="Google Shape;779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780" name="Google Shape;780;p18"/>
          <p:cNvGrpSpPr/>
          <p:nvPr/>
        </p:nvGrpSpPr>
        <p:grpSpPr>
          <a:xfrm rot="10800000">
            <a:off x="10074448" y="-2630107"/>
            <a:ext cx="3436213" cy="3518092"/>
            <a:chOff x="-1115775" y="4467744"/>
            <a:chExt cx="2577160" cy="2638569"/>
          </a:xfrm>
        </p:grpSpPr>
        <p:sp>
          <p:nvSpPr>
            <p:cNvPr id="781" name="Google Shape;781;p1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782" name="Google Shape;782;p1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783" name="Google Shape;783;p1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4" name="Google Shape;784;p1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685329408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19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799" name="Google Shape;799;p19"/>
          <p:cNvGrpSpPr/>
          <p:nvPr/>
        </p:nvGrpSpPr>
        <p:grpSpPr>
          <a:xfrm flipH="1">
            <a:off x="10883025" y="5769978"/>
            <a:ext cx="3659033" cy="3637017"/>
            <a:chOff x="5985575" y="4420825"/>
            <a:chExt cx="2744275" cy="2727763"/>
          </a:xfrm>
        </p:grpSpPr>
        <p:sp>
          <p:nvSpPr>
            <p:cNvPr id="800" name="Google Shape;800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01" name="Google Shape;801;p1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02" name="Google Shape;802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3" name="Google Shape;803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4" name="Google Shape;804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5" name="Google Shape;805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6" name="Google Shape;806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7" name="Google Shape;807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8" name="Google Shape;808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09" name="Google Shape;809;p1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0" name="Google Shape;810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1" name="Google Shape;811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2" name="Google Shape;812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3" name="Google Shape;813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4" name="Google Shape;814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15" name="Google Shape;815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16" name="Google Shape;816;p19"/>
          <p:cNvGrpSpPr/>
          <p:nvPr/>
        </p:nvGrpSpPr>
        <p:grpSpPr>
          <a:xfrm flipH="1">
            <a:off x="-2290809" y="-2408055"/>
            <a:ext cx="3659033" cy="3637017"/>
            <a:chOff x="5985575" y="4420825"/>
            <a:chExt cx="2744275" cy="2727763"/>
          </a:xfrm>
        </p:grpSpPr>
        <p:sp>
          <p:nvSpPr>
            <p:cNvPr id="817" name="Google Shape;817;p1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18" name="Google Shape;818;p1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819" name="Google Shape;819;p1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0" name="Google Shape;820;p1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1" name="Google Shape;821;p1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2" name="Google Shape;822;p1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3" name="Google Shape;823;p1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4" name="Google Shape;824;p1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5" name="Google Shape;825;p1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6" name="Google Shape;826;p19"/>
              <p:cNvSpPr/>
              <p:nvPr/>
            </p:nvSpPr>
            <p:spPr>
              <a:xfrm>
                <a:off x="1787327" y="1767256"/>
                <a:ext cx="1154741" cy="114494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7" name="Google Shape;827;p1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8" name="Google Shape;828;p1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29" name="Google Shape;829;p1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0" name="Google Shape;830;p1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1" name="Google Shape;831;p1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2" name="Google Shape;832;p1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5234828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4" name="Google Shape;834;p20"/>
          <p:cNvGrpSpPr/>
          <p:nvPr/>
        </p:nvGrpSpPr>
        <p:grpSpPr>
          <a:xfrm flipH="1">
            <a:off x="10398704" y="5718894"/>
            <a:ext cx="3436213" cy="3518092"/>
            <a:chOff x="-1115775" y="4467744"/>
            <a:chExt cx="2577160" cy="2638569"/>
          </a:xfrm>
        </p:grpSpPr>
        <p:sp>
          <p:nvSpPr>
            <p:cNvPr id="835" name="Google Shape;835;p2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36" name="Google Shape;836;p2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37" name="Google Shape;837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39" name="Google Shape;839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0" name="Google Shape;840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2" name="Google Shape;842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3" name="Google Shape;843;p2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4" name="Google Shape;844;p2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5" name="Google Shape;845;p2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6" name="Google Shape;846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7" name="Google Shape;847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8" name="Google Shape;848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49" name="Google Shape;849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0" name="Google Shape;850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sp>
        <p:nvSpPr>
          <p:cNvPr id="851" name="Google Shape;851;p20"/>
          <p:cNvSpPr txBox="1">
            <a:spLocks noGrp="1"/>
          </p:cNvSpPr>
          <p:nvPr>
            <p:ph type="title"/>
          </p:nvPr>
        </p:nvSpPr>
        <p:spPr>
          <a:xfrm>
            <a:off x="6279433" y="1747833"/>
            <a:ext cx="4632000" cy="172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96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12266"/>
            </a:lvl9pPr>
          </a:lstStyle>
          <a:p>
            <a:endParaRPr/>
          </a:p>
        </p:txBody>
      </p:sp>
      <p:sp>
        <p:nvSpPr>
          <p:cNvPr id="852" name="Google Shape;852;p20"/>
          <p:cNvSpPr txBox="1">
            <a:spLocks noGrp="1"/>
          </p:cNvSpPr>
          <p:nvPr>
            <p:ph type="subTitle" idx="1"/>
          </p:nvPr>
        </p:nvSpPr>
        <p:spPr>
          <a:xfrm>
            <a:off x="6279433" y="3527233"/>
            <a:ext cx="4632000" cy="138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853" name="Google Shape;853;p20"/>
          <p:cNvGrpSpPr/>
          <p:nvPr/>
        </p:nvGrpSpPr>
        <p:grpSpPr>
          <a:xfrm>
            <a:off x="-1745391" y="5686500"/>
            <a:ext cx="3667491" cy="3655888"/>
            <a:chOff x="2724182" y="-1866850"/>
            <a:chExt cx="2750618" cy="2741916"/>
          </a:xfrm>
        </p:grpSpPr>
        <p:sp>
          <p:nvSpPr>
            <p:cNvPr id="854" name="Google Shape;854;p20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55" name="Google Shape;855;p20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56" name="Google Shape;856;p2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7" name="Google Shape;857;p2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8" name="Google Shape;858;p2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59" name="Google Shape;859;p2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0" name="Google Shape;860;p2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1" name="Google Shape;861;p2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2" name="Google Shape;862;p20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3" name="Google Shape;863;p20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4" name="Google Shape;864;p20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5" name="Google Shape;865;p2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6" name="Google Shape;866;p2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7" name="Google Shape;867;p2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8" name="Google Shape;868;p2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69" name="Google Shape;869;p2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09816419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21"/>
          <p:cNvSpPr txBox="1">
            <a:spLocks noGrp="1"/>
          </p:cNvSpPr>
          <p:nvPr>
            <p:ph type="body" idx="1"/>
          </p:nvPr>
        </p:nvSpPr>
        <p:spPr>
          <a:xfrm>
            <a:off x="1609733" y="2349255"/>
            <a:ext cx="5017600" cy="309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0639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𑁋"/>
              <a:defRPr/>
            </a:lvl1pPr>
            <a:lvl2pPr marL="1219170" lvl="1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2pPr>
            <a:lvl3pPr marL="1828754" lvl="2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3pPr>
            <a:lvl4pPr marL="2438339" lvl="3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4pPr>
            <a:lvl5pPr marL="3047924" lvl="4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5pPr>
            <a:lvl6pPr marL="3657509" lvl="5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6pPr>
            <a:lvl7pPr marL="4267093" lvl="6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●"/>
              <a:defRPr/>
            </a:lvl7pPr>
            <a:lvl8pPr marL="4876678" lvl="7" indent="-406390" rtl="0">
              <a:spcBef>
                <a:spcPts val="2133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ed Hat Display"/>
              <a:buChar char="○"/>
              <a:defRPr/>
            </a:lvl8pPr>
            <a:lvl9pPr marL="5486263" lvl="8" indent="-406390" rtl="0">
              <a:spcBef>
                <a:spcPts val="2133"/>
              </a:spcBef>
              <a:spcAft>
                <a:spcPts val="2133"/>
              </a:spcAft>
              <a:buClr>
                <a:srgbClr val="FFFFFF"/>
              </a:buClr>
              <a:buSzPts val="12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872" name="Google Shape;872;p2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grpSp>
        <p:nvGrpSpPr>
          <p:cNvPr id="873" name="Google Shape;873;p21"/>
          <p:cNvGrpSpPr/>
          <p:nvPr/>
        </p:nvGrpSpPr>
        <p:grpSpPr>
          <a:xfrm rot="5400000">
            <a:off x="10473312" y="6157685"/>
            <a:ext cx="3667491" cy="3655888"/>
            <a:chOff x="2724182" y="-1866850"/>
            <a:chExt cx="2750618" cy="2741916"/>
          </a:xfrm>
        </p:grpSpPr>
        <p:sp>
          <p:nvSpPr>
            <p:cNvPr id="874" name="Google Shape;874;p21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75" name="Google Shape;875;p21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876" name="Google Shape;876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7" name="Google Shape;877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8" name="Google Shape;878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79" name="Google Shape;879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0" name="Google Shape;880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1" name="Google Shape;881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2" name="Google Shape;882;p21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3" name="Google Shape;883;p21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4" name="Google Shape;884;p21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5" name="Google Shape;885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6" name="Google Shape;886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7" name="Google Shape;887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8" name="Google Shape;888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89" name="Google Shape;889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890" name="Google Shape;890;p21"/>
          <p:cNvGrpSpPr/>
          <p:nvPr/>
        </p:nvGrpSpPr>
        <p:grpSpPr>
          <a:xfrm>
            <a:off x="-1708752" y="5741459"/>
            <a:ext cx="3436213" cy="3518092"/>
            <a:chOff x="-1115775" y="4467744"/>
            <a:chExt cx="2577160" cy="2638569"/>
          </a:xfrm>
        </p:grpSpPr>
        <p:sp>
          <p:nvSpPr>
            <p:cNvPr id="891" name="Google Shape;891;p2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892" name="Google Shape;892;p2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893" name="Google Shape;893;p2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4" name="Google Shape;894;p2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5" name="Google Shape;895;p2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6" name="Google Shape;896;p2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7" name="Google Shape;897;p2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8" name="Google Shape;898;p2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899" name="Google Shape;899;p2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0" name="Google Shape;900;p2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1" name="Google Shape;901;p2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2" name="Google Shape;902;p2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3" name="Google Shape;903;p2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4" name="Google Shape;904;p2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5" name="Google Shape;905;p2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06" name="Google Shape;906;p2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0377276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22"/>
          <p:cNvSpPr txBox="1">
            <a:spLocks noGrp="1"/>
          </p:cNvSpPr>
          <p:nvPr>
            <p:ph type="title"/>
          </p:nvPr>
        </p:nvSpPr>
        <p:spPr>
          <a:xfrm>
            <a:off x="2940400" y="1434933"/>
            <a:ext cx="63112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09" name="Google Shape;909;p22"/>
          <p:cNvSpPr txBox="1">
            <a:spLocks noGrp="1"/>
          </p:cNvSpPr>
          <p:nvPr>
            <p:ph type="subTitle" idx="1"/>
          </p:nvPr>
        </p:nvSpPr>
        <p:spPr>
          <a:xfrm>
            <a:off x="2940400" y="2662800"/>
            <a:ext cx="6311200" cy="271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9pPr>
          </a:lstStyle>
          <a:p>
            <a:endParaRPr/>
          </a:p>
        </p:txBody>
      </p:sp>
      <p:grpSp>
        <p:nvGrpSpPr>
          <p:cNvPr id="910" name="Google Shape;910;p22"/>
          <p:cNvGrpSpPr/>
          <p:nvPr/>
        </p:nvGrpSpPr>
        <p:grpSpPr>
          <a:xfrm rot="5400000" flipH="1">
            <a:off x="-2169233" y="5980102"/>
            <a:ext cx="3659033" cy="3637017"/>
            <a:chOff x="5985575" y="4420825"/>
            <a:chExt cx="2744275" cy="2727763"/>
          </a:xfrm>
        </p:grpSpPr>
        <p:sp>
          <p:nvSpPr>
            <p:cNvPr id="911" name="Google Shape;911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12" name="Google Shape;912;p2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13" name="Google Shape;913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4" name="Google Shape;914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5" name="Google Shape;915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6" name="Google Shape;916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7" name="Google Shape;917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8" name="Google Shape;918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19" name="Google Shape;919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0" name="Google Shape;920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1" name="Google Shape;921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2" name="Google Shape;922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3" name="Google Shape;923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4" name="Google Shape;924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27" name="Google Shape;927;p22"/>
          <p:cNvGrpSpPr/>
          <p:nvPr/>
        </p:nvGrpSpPr>
        <p:grpSpPr>
          <a:xfrm rot="10800000" flipH="1">
            <a:off x="10675585" y="6171702"/>
            <a:ext cx="3659033" cy="3637017"/>
            <a:chOff x="5985575" y="4420825"/>
            <a:chExt cx="2744275" cy="2727763"/>
          </a:xfrm>
        </p:grpSpPr>
        <p:sp>
          <p:nvSpPr>
            <p:cNvPr id="928" name="Google Shape;928;p2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29" name="Google Shape;929;p2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30" name="Google Shape;930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1" name="Google Shape;931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2" name="Google Shape;932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3" name="Google Shape;933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4" name="Google Shape;934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5" name="Google Shape;935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6" name="Google Shape;936;p2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7" name="Google Shape;937;p2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8" name="Google Shape;938;p2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39" name="Google Shape;939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0" name="Google Shape;940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1" name="Google Shape;941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2" name="Google Shape;942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3" name="Google Shape;943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44" name="Google Shape;944;p22"/>
          <p:cNvGrpSpPr/>
          <p:nvPr/>
        </p:nvGrpSpPr>
        <p:grpSpPr>
          <a:xfrm rot="10800000">
            <a:off x="10000548" y="-2488574"/>
            <a:ext cx="3436213" cy="3518092"/>
            <a:chOff x="-1115775" y="4467744"/>
            <a:chExt cx="2577160" cy="2638569"/>
          </a:xfrm>
        </p:grpSpPr>
        <p:sp>
          <p:nvSpPr>
            <p:cNvPr id="945" name="Google Shape;945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46" name="Google Shape;946;p2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47" name="Google Shape;947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8" name="Google Shape;948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49" name="Google Shape;949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0" name="Google Shape;950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1" name="Google Shape;951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2" name="Google Shape;952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3" name="Google Shape;953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4" name="Google Shape;954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5" name="Google Shape;955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6" name="Google Shape;956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7" name="Google Shape;957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8" name="Google Shape;958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59" name="Google Shape;959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0" name="Google Shape;960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61" name="Google Shape;961;p22"/>
          <p:cNvGrpSpPr/>
          <p:nvPr/>
        </p:nvGrpSpPr>
        <p:grpSpPr>
          <a:xfrm rot="10800000" flipH="1">
            <a:off x="-1244752" y="-2488574"/>
            <a:ext cx="3436213" cy="3518092"/>
            <a:chOff x="-1115775" y="4467744"/>
            <a:chExt cx="2577160" cy="2638569"/>
          </a:xfrm>
        </p:grpSpPr>
        <p:sp>
          <p:nvSpPr>
            <p:cNvPr id="962" name="Google Shape;962;p2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63" name="Google Shape;963;p2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964" name="Google Shape;964;p2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5" name="Google Shape;965;p2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6" name="Google Shape;966;p2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7" name="Google Shape;967;p2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8" name="Google Shape;968;p2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69" name="Google Shape;969;p2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0" name="Google Shape;970;p2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1" name="Google Shape;971;p2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2" name="Google Shape;972;p2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3" name="Google Shape;973;p2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4" name="Google Shape;974;p2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5" name="Google Shape;975;p2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6" name="Google Shape;976;p2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77" name="Google Shape;977;p2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7336431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p23"/>
          <p:cNvSpPr txBox="1">
            <a:spLocks noGrp="1"/>
          </p:cNvSpPr>
          <p:nvPr>
            <p:ph type="title"/>
          </p:nvPr>
        </p:nvSpPr>
        <p:spPr>
          <a:xfrm>
            <a:off x="1209567" y="1758967"/>
            <a:ext cx="3627200" cy="1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980" name="Google Shape;980;p23"/>
          <p:cNvSpPr txBox="1">
            <a:spLocks noGrp="1"/>
          </p:cNvSpPr>
          <p:nvPr>
            <p:ph type="subTitle" idx="1"/>
          </p:nvPr>
        </p:nvSpPr>
        <p:spPr>
          <a:xfrm>
            <a:off x="1209567" y="3632896"/>
            <a:ext cx="36272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981" name="Google Shape;981;p23"/>
          <p:cNvGrpSpPr/>
          <p:nvPr/>
        </p:nvGrpSpPr>
        <p:grpSpPr>
          <a:xfrm rot="-5400000" flipH="1">
            <a:off x="10230734" y="-2962431"/>
            <a:ext cx="3659033" cy="3637017"/>
            <a:chOff x="5985575" y="4420825"/>
            <a:chExt cx="2744275" cy="2727763"/>
          </a:xfrm>
        </p:grpSpPr>
        <p:sp>
          <p:nvSpPr>
            <p:cNvPr id="982" name="Google Shape;982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983" name="Google Shape;983;p2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984" name="Google Shape;984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5" name="Google Shape;985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6" name="Google Shape;986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7" name="Google Shape;987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8" name="Google Shape;988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89" name="Google Shape;989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0" name="Google Shape;990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1" name="Google Shape;991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2" name="Google Shape;992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3" name="Google Shape;993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4" name="Google Shape;994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5" name="Google Shape;995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6" name="Google Shape;996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997" name="Google Shape;997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998" name="Google Shape;998;p23"/>
          <p:cNvGrpSpPr/>
          <p:nvPr/>
        </p:nvGrpSpPr>
        <p:grpSpPr>
          <a:xfrm rot="10800000" flipH="1">
            <a:off x="3961134" y="6052702"/>
            <a:ext cx="3659033" cy="3637017"/>
            <a:chOff x="5985575" y="4420825"/>
            <a:chExt cx="2744275" cy="2727763"/>
          </a:xfrm>
        </p:grpSpPr>
        <p:sp>
          <p:nvSpPr>
            <p:cNvPr id="999" name="Google Shape;999;p2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00" name="Google Shape;1000;p2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01" name="Google Shape;1001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2" name="Google Shape;1002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3" name="Google Shape;1003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4" name="Google Shape;1004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5" name="Google Shape;1005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6" name="Google Shape;1006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7" name="Google Shape;1007;p2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8" name="Google Shape;1008;p2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09" name="Google Shape;1009;p2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0" name="Google Shape;1010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1" name="Google Shape;1011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2" name="Google Shape;1012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3" name="Google Shape;1013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4" name="Google Shape;1014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15" name="Google Shape;1015;p23"/>
          <p:cNvGrpSpPr/>
          <p:nvPr/>
        </p:nvGrpSpPr>
        <p:grpSpPr>
          <a:xfrm rot="10800000" flipH="1">
            <a:off x="-1708752" y="-2624674"/>
            <a:ext cx="3436213" cy="3518092"/>
            <a:chOff x="-1115775" y="4467744"/>
            <a:chExt cx="2577160" cy="2638569"/>
          </a:xfrm>
        </p:grpSpPr>
        <p:sp>
          <p:nvSpPr>
            <p:cNvPr id="1016" name="Google Shape;1016;p2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17" name="Google Shape;1017;p2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18" name="Google Shape;1018;p2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19" name="Google Shape;1019;p2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0" name="Google Shape;1020;p2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1" name="Google Shape;1021;p2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2" name="Google Shape;1022;p2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3" name="Google Shape;1023;p2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4" name="Google Shape;1024;p2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5" name="Google Shape;1025;p2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6" name="Google Shape;1026;p2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7" name="Google Shape;1027;p2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8" name="Google Shape;1028;p2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29" name="Google Shape;1029;p2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0" name="Google Shape;1030;p2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1" name="Google Shape;1031;p2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93582880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p24"/>
          <p:cNvSpPr txBox="1">
            <a:spLocks noGrp="1"/>
          </p:cNvSpPr>
          <p:nvPr>
            <p:ph type="title"/>
          </p:nvPr>
        </p:nvSpPr>
        <p:spPr>
          <a:xfrm>
            <a:off x="7008533" y="1758967"/>
            <a:ext cx="3454000" cy="16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34" name="Google Shape;1034;p24"/>
          <p:cNvSpPr txBox="1">
            <a:spLocks noGrp="1"/>
          </p:cNvSpPr>
          <p:nvPr>
            <p:ph type="subTitle" idx="1"/>
          </p:nvPr>
        </p:nvSpPr>
        <p:spPr>
          <a:xfrm>
            <a:off x="7008533" y="3632899"/>
            <a:ext cx="3454000" cy="139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035" name="Google Shape;1035;p24"/>
          <p:cNvGrpSpPr/>
          <p:nvPr/>
        </p:nvGrpSpPr>
        <p:grpSpPr>
          <a:xfrm rot="-5400000" flipH="1">
            <a:off x="4582834" y="6162902"/>
            <a:ext cx="3659033" cy="3637017"/>
            <a:chOff x="5985575" y="4420825"/>
            <a:chExt cx="2744275" cy="2727763"/>
          </a:xfrm>
        </p:grpSpPr>
        <p:sp>
          <p:nvSpPr>
            <p:cNvPr id="1036" name="Google Shape;1036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37" name="Google Shape;1037;p2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38" name="Google Shape;1038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39" name="Google Shape;1039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0" name="Google Shape;1040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1" name="Google Shape;1041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2" name="Google Shape;1042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3" name="Google Shape;1043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4" name="Google Shape;1044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5" name="Google Shape;1045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6" name="Google Shape;1046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7" name="Google Shape;1047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8" name="Google Shape;1048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49" name="Google Shape;1049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0" name="Google Shape;1050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1" name="Google Shape;1051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52" name="Google Shape;1052;p24"/>
          <p:cNvGrpSpPr/>
          <p:nvPr/>
        </p:nvGrpSpPr>
        <p:grpSpPr>
          <a:xfrm flipH="1">
            <a:off x="-1708766" y="-2951431"/>
            <a:ext cx="3659033" cy="3637017"/>
            <a:chOff x="5985575" y="4420825"/>
            <a:chExt cx="2744275" cy="2727763"/>
          </a:xfrm>
        </p:grpSpPr>
        <p:sp>
          <p:nvSpPr>
            <p:cNvPr id="1053" name="Google Shape;1053;p2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54" name="Google Shape;1054;p2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055" name="Google Shape;1055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6" name="Google Shape;1056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7" name="Google Shape;1057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8" name="Google Shape;1058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59" name="Google Shape;1059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0" name="Google Shape;1060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1" name="Google Shape;1061;p2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2" name="Google Shape;1062;p2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3" name="Google Shape;1063;p2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4" name="Google Shape;1064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5" name="Google Shape;1065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6" name="Google Shape;1066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7" name="Google Shape;1067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68" name="Google Shape;1068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069" name="Google Shape;1069;p24"/>
          <p:cNvGrpSpPr/>
          <p:nvPr/>
        </p:nvGrpSpPr>
        <p:grpSpPr>
          <a:xfrm rot="10800000">
            <a:off x="10464548" y="-2624674"/>
            <a:ext cx="3436213" cy="3518092"/>
            <a:chOff x="-1115775" y="4467744"/>
            <a:chExt cx="2577160" cy="2638569"/>
          </a:xfrm>
        </p:grpSpPr>
        <p:sp>
          <p:nvSpPr>
            <p:cNvPr id="1070" name="Google Shape;1070;p2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71" name="Google Shape;1071;p2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72" name="Google Shape;1072;p2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3" name="Google Shape;1073;p2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4" name="Google Shape;1074;p2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5" name="Google Shape;1075;p2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6" name="Google Shape;1076;p2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7" name="Google Shape;1077;p2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8" name="Google Shape;1078;p2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79" name="Google Shape;1079;p2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0" name="Google Shape;1080;p2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1" name="Google Shape;1081;p2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2" name="Google Shape;1082;p2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3" name="Google Shape;1083;p2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4" name="Google Shape;1084;p2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85" name="Google Shape;1085;p2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34316825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5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088" name="Google Shape;1088;p25"/>
          <p:cNvSpPr txBox="1">
            <a:spLocks noGrp="1"/>
          </p:cNvSpPr>
          <p:nvPr>
            <p:ph type="body" idx="1"/>
          </p:nvPr>
        </p:nvSpPr>
        <p:spPr>
          <a:xfrm>
            <a:off x="1065400" y="2224767"/>
            <a:ext cx="4810400" cy="39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89" name="Google Shape;1089;p25"/>
          <p:cNvSpPr txBox="1">
            <a:spLocks noGrp="1"/>
          </p:cNvSpPr>
          <p:nvPr>
            <p:ph type="body" idx="2"/>
          </p:nvPr>
        </p:nvSpPr>
        <p:spPr>
          <a:xfrm>
            <a:off x="6316200" y="2224767"/>
            <a:ext cx="4810400" cy="392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1485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Char char="𑁋"/>
              <a:defRPr sz="1600"/>
            </a:lvl1pPr>
            <a:lvl2pPr marL="1219170" lvl="1" indent="-40639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1090" name="Google Shape;1090;p25"/>
          <p:cNvSpPr txBox="1">
            <a:spLocks noGrp="1"/>
          </p:cNvSpPr>
          <p:nvPr>
            <p:ph type="subTitle" idx="3"/>
          </p:nvPr>
        </p:nvSpPr>
        <p:spPr>
          <a:xfrm>
            <a:off x="951000" y="1648433"/>
            <a:ext cx="10290000" cy="5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7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9pPr>
          </a:lstStyle>
          <a:p>
            <a:endParaRPr/>
          </a:p>
        </p:txBody>
      </p:sp>
      <p:grpSp>
        <p:nvGrpSpPr>
          <p:cNvPr id="1091" name="Google Shape;1091;p25"/>
          <p:cNvGrpSpPr/>
          <p:nvPr/>
        </p:nvGrpSpPr>
        <p:grpSpPr>
          <a:xfrm rot="10800000" flipH="1">
            <a:off x="-1668052" y="-2808207"/>
            <a:ext cx="3436213" cy="3518092"/>
            <a:chOff x="-1115775" y="4467744"/>
            <a:chExt cx="2577160" cy="2638569"/>
          </a:xfrm>
        </p:grpSpPr>
        <p:sp>
          <p:nvSpPr>
            <p:cNvPr id="1092" name="Google Shape;1092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093" name="Google Shape;1093;p2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094" name="Google Shape;1094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5" name="Google Shape;1095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6" name="Google Shape;1096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7" name="Google Shape;1097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8" name="Google Shape;1098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099" name="Google Shape;1099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0" name="Google Shape;1100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1" name="Google Shape;1101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2" name="Google Shape;1102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3" name="Google Shape;1103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4" name="Google Shape;1104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5" name="Google Shape;1105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6" name="Google Shape;1106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07" name="Google Shape;1107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08" name="Google Shape;1108;p25"/>
          <p:cNvGrpSpPr/>
          <p:nvPr/>
        </p:nvGrpSpPr>
        <p:grpSpPr>
          <a:xfrm flipH="1">
            <a:off x="10423848" y="6207893"/>
            <a:ext cx="3436213" cy="3518092"/>
            <a:chOff x="-1115775" y="4467744"/>
            <a:chExt cx="2577160" cy="2638569"/>
          </a:xfrm>
        </p:grpSpPr>
        <p:sp>
          <p:nvSpPr>
            <p:cNvPr id="1109" name="Google Shape;1109;p25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10" name="Google Shape;1110;p25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11" name="Google Shape;1111;p25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2" name="Google Shape;1112;p25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3" name="Google Shape;1113;p25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4" name="Google Shape;1114;p25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5" name="Google Shape;1115;p25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6" name="Google Shape;1116;p25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7" name="Google Shape;1117;p25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8" name="Google Shape;1118;p25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19" name="Google Shape;1119;p25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0" name="Google Shape;1120;p25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1" name="Google Shape;1121;p25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2" name="Google Shape;1122;p25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3" name="Google Shape;1123;p25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24" name="Google Shape;1124;p25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45646570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26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27" name="Google Shape;1127;p26"/>
          <p:cNvSpPr txBox="1">
            <a:spLocks noGrp="1"/>
          </p:cNvSpPr>
          <p:nvPr>
            <p:ph type="subTitle" idx="1"/>
          </p:nvPr>
        </p:nvSpPr>
        <p:spPr>
          <a:xfrm>
            <a:off x="1959600" y="2111667"/>
            <a:ext cx="3820400" cy="36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28" name="Google Shape;1128;p26"/>
          <p:cNvSpPr txBox="1">
            <a:spLocks noGrp="1"/>
          </p:cNvSpPr>
          <p:nvPr>
            <p:ph type="subTitle" idx="2"/>
          </p:nvPr>
        </p:nvSpPr>
        <p:spPr>
          <a:xfrm>
            <a:off x="6412072" y="2111667"/>
            <a:ext cx="3820400" cy="36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1129" name="Google Shape;1129;p26"/>
          <p:cNvGrpSpPr/>
          <p:nvPr/>
        </p:nvGrpSpPr>
        <p:grpSpPr>
          <a:xfrm rot="-5400000">
            <a:off x="10513012" y="5656352"/>
            <a:ext cx="3667491" cy="3655888"/>
            <a:chOff x="2724182" y="-1866850"/>
            <a:chExt cx="2750618" cy="2741916"/>
          </a:xfrm>
        </p:grpSpPr>
        <p:sp>
          <p:nvSpPr>
            <p:cNvPr id="1130" name="Google Shape;1130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31" name="Google Shape;1131;p2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32" name="Google Shape;1132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3" name="Google Shape;1133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4" name="Google Shape;1134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5" name="Google Shape;1135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6" name="Google Shape;1136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7" name="Google Shape;1137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8" name="Google Shape;1138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39" name="Google Shape;1139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0" name="Google Shape;1140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1" name="Google Shape;1141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2" name="Google Shape;1142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3" name="Google Shape;1143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4" name="Google Shape;1144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45" name="Google Shape;1145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46" name="Google Shape;1146;p26"/>
          <p:cNvGrpSpPr/>
          <p:nvPr/>
        </p:nvGrpSpPr>
        <p:grpSpPr>
          <a:xfrm rot="5400000">
            <a:off x="-1095588" y="5517452"/>
            <a:ext cx="3667491" cy="3655888"/>
            <a:chOff x="2724182" y="-1866850"/>
            <a:chExt cx="2750618" cy="2741916"/>
          </a:xfrm>
        </p:grpSpPr>
        <p:sp>
          <p:nvSpPr>
            <p:cNvPr id="1147" name="Google Shape;1147;p26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48" name="Google Shape;1148;p26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149" name="Google Shape;1149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0" name="Google Shape;1150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1" name="Google Shape;1151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2" name="Google Shape;1152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3" name="Google Shape;1153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4" name="Google Shape;1154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5" name="Google Shape;1155;p26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6" name="Google Shape;1156;p26"/>
              <p:cNvSpPr/>
              <p:nvPr/>
            </p:nvSpPr>
            <p:spPr>
              <a:xfrm>
                <a:off x="1804016" y="1767249"/>
                <a:ext cx="1138050" cy="1120681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7" name="Google Shape;1157;p26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8" name="Google Shape;1158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59" name="Google Shape;1159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0" name="Google Shape;1160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1" name="Google Shape;1161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2" name="Google Shape;1162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163" name="Google Shape;1163;p26"/>
          <p:cNvGrpSpPr/>
          <p:nvPr/>
        </p:nvGrpSpPr>
        <p:grpSpPr>
          <a:xfrm rot="10800000" flipH="1">
            <a:off x="-1487685" y="-2587107"/>
            <a:ext cx="3436213" cy="3518092"/>
            <a:chOff x="-1115775" y="4467744"/>
            <a:chExt cx="2577160" cy="2638569"/>
          </a:xfrm>
        </p:grpSpPr>
        <p:sp>
          <p:nvSpPr>
            <p:cNvPr id="1164" name="Google Shape;1164;p26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65" name="Google Shape;1165;p26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66" name="Google Shape;1166;p26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7" name="Google Shape;1167;p26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8" name="Google Shape;1168;p26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69" name="Google Shape;1169;p26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0" name="Google Shape;1170;p26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1" name="Google Shape;1171;p26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2" name="Google Shape;1172;p26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3" name="Google Shape;1173;p26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4" name="Google Shape;1174;p26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5" name="Google Shape;1175;p26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6" name="Google Shape;1176;p26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7" name="Google Shape;1177;p26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8" name="Google Shape;1178;p26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79" name="Google Shape;1179;p26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2923060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27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182" name="Google Shape;1182;p27"/>
          <p:cNvSpPr txBox="1">
            <a:spLocks noGrp="1"/>
          </p:cNvSpPr>
          <p:nvPr>
            <p:ph type="subTitle" idx="1"/>
          </p:nvPr>
        </p:nvSpPr>
        <p:spPr>
          <a:xfrm>
            <a:off x="1102900" y="4326333"/>
            <a:ext cx="28968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3" name="Google Shape;1183;p27"/>
          <p:cNvSpPr txBox="1">
            <a:spLocks noGrp="1"/>
          </p:cNvSpPr>
          <p:nvPr>
            <p:ph type="subTitle" idx="2"/>
          </p:nvPr>
        </p:nvSpPr>
        <p:spPr>
          <a:xfrm>
            <a:off x="1102900" y="3700933"/>
            <a:ext cx="289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184" name="Google Shape;1184;p27"/>
          <p:cNvSpPr txBox="1">
            <a:spLocks noGrp="1"/>
          </p:cNvSpPr>
          <p:nvPr>
            <p:ph type="subTitle" idx="3"/>
          </p:nvPr>
        </p:nvSpPr>
        <p:spPr>
          <a:xfrm>
            <a:off x="8192500" y="4326341"/>
            <a:ext cx="28964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5" name="Google Shape;1185;p27"/>
          <p:cNvSpPr txBox="1">
            <a:spLocks noGrp="1"/>
          </p:cNvSpPr>
          <p:nvPr>
            <p:ph type="subTitle" idx="4"/>
          </p:nvPr>
        </p:nvSpPr>
        <p:spPr>
          <a:xfrm>
            <a:off x="8192500" y="3700933"/>
            <a:ext cx="2896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186" name="Google Shape;1186;p27"/>
          <p:cNvSpPr txBox="1">
            <a:spLocks noGrp="1"/>
          </p:cNvSpPr>
          <p:nvPr>
            <p:ph type="subTitle" idx="5"/>
          </p:nvPr>
        </p:nvSpPr>
        <p:spPr>
          <a:xfrm>
            <a:off x="4647800" y="4326339"/>
            <a:ext cx="2896400" cy="12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187" name="Google Shape;1187;p27"/>
          <p:cNvSpPr txBox="1">
            <a:spLocks noGrp="1"/>
          </p:cNvSpPr>
          <p:nvPr>
            <p:ph type="subTitle" idx="6"/>
          </p:nvPr>
        </p:nvSpPr>
        <p:spPr>
          <a:xfrm>
            <a:off x="4647800" y="3700933"/>
            <a:ext cx="28964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188" name="Google Shape;1188;p27"/>
          <p:cNvGrpSpPr/>
          <p:nvPr/>
        </p:nvGrpSpPr>
        <p:grpSpPr>
          <a:xfrm rot="10800000">
            <a:off x="10277215" y="-2669907"/>
            <a:ext cx="3436213" cy="3518092"/>
            <a:chOff x="-1115775" y="4467744"/>
            <a:chExt cx="2577160" cy="2638569"/>
          </a:xfrm>
        </p:grpSpPr>
        <p:sp>
          <p:nvSpPr>
            <p:cNvPr id="1189" name="Google Shape;1189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190" name="Google Shape;1190;p2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191" name="Google Shape;1191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2" name="Google Shape;1192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3" name="Google Shape;1193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4" name="Google Shape;1194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5" name="Google Shape;1195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6" name="Google Shape;1196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7" name="Google Shape;1197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8" name="Google Shape;1198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1" name="Google Shape;1201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2" name="Google Shape;1202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05" name="Google Shape;1205;p27"/>
          <p:cNvGrpSpPr/>
          <p:nvPr/>
        </p:nvGrpSpPr>
        <p:grpSpPr>
          <a:xfrm>
            <a:off x="-1814652" y="5874493"/>
            <a:ext cx="3436213" cy="3518092"/>
            <a:chOff x="-1115775" y="4467744"/>
            <a:chExt cx="2577160" cy="2638569"/>
          </a:xfrm>
        </p:grpSpPr>
        <p:sp>
          <p:nvSpPr>
            <p:cNvPr id="1206" name="Google Shape;1206;p27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07" name="Google Shape;1207;p27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08" name="Google Shape;1208;p27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09" name="Google Shape;1209;p27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0" name="Google Shape;1210;p27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1" name="Google Shape;1211;p27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0" name="Google Shape;1220;p27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21" name="Google Shape;1221;p27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139225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3" name="Google Shape;1223;p28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24" name="Google Shape;1224;p28"/>
          <p:cNvSpPr txBox="1">
            <a:spLocks noGrp="1"/>
          </p:cNvSpPr>
          <p:nvPr>
            <p:ph type="subTitle" idx="1"/>
          </p:nvPr>
        </p:nvSpPr>
        <p:spPr>
          <a:xfrm>
            <a:off x="950967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5" name="Google Shape;1225;p28"/>
          <p:cNvSpPr txBox="1">
            <a:spLocks noGrp="1"/>
          </p:cNvSpPr>
          <p:nvPr>
            <p:ph type="subTitle" idx="2"/>
          </p:nvPr>
        </p:nvSpPr>
        <p:spPr>
          <a:xfrm>
            <a:off x="950967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26" name="Google Shape;1226;p28"/>
          <p:cNvSpPr txBox="1">
            <a:spLocks noGrp="1"/>
          </p:cNvSpPr>
          <p:nvPr>
            <p:ph type="subTitle" idx="3"/>
          </p:nvPr>
        </p:nvSpPr>
        <p:spPr>
          <a:xfrm>
            <a:off x="8224233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7" name="Google Shape;1227;p28"/>
          <p:cNvSpPr txBox="1">
            <a:spLocks noGrp="1"/>
          </p:cNvSpPr>
          <p:nvPr>
            <p:ph type="subTitle" idx="4"/>
          </p:nvPr>
        </p:nvSpPr>
        <p:spPr>
          <a:xfrm>
            <a:off x="8224233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28" name="Google Shape;1228;p28"/>
          <p:cNvSpPr txBox="1">
            <a:spLocks noGrp="1"/>
          </p:cNvSpPr>
          <p:nvPr>
            <p:ph type="subTitle" idx="5"/>
          </p:nvPr>
        </p:nvSpPr>
        <p:spPr>
          <a:xfrm>
            <a:off x="4587600" y="4620665"/>
            <a:ext cx="30168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29" name="Google Shape;1229;p28"/>
          <p:cNvSpPr txBox="1">
            <a:spLocks noGrp="1"/>
          </p:cNvSpPr>
          <p:nvPr>
            <p:ph type="subTitle" idx="6"/>
          </p:nvPr>
        </p:nvSpPr>
        <p:spPr>
          <a:xfrm>
            <a:off x="4587600" y="3995251"/>
            <a:ext cx="3016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230" name="Google Shape;1230;p28"/>
          <p:cNvGrpSpPr/>
          <p:nvPr/>
        </p:nvGrpSpPr>
        <p:grpSpPr>
          <a:xfrm>
            <a:off x="-1244752" y="6088026"/>
            <a:ext cx="3436213" cy="3518092"/>
            <a:chOff x="-1115775" y="4467744"/>
            <a:chExt cx="2577160" cy="2638569"/>
          </a:xfrm>
        </p:grpSpPr>
        <p:sp>
          <p:nvSpPr>
            <p:cNvPr id="1231" name="Google Shape;1231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32" name="Google Shape;1232;p2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33" name="Google Shape;1233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4" name="Google Shape;1234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5" name="Google Shape;1235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6" name="Google Shape;1236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7" name="Google Shape;1237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8" name="Google Shape;1238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39" name="Google Shape;1239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0" name="Google Shape;1240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1" name="Google Shape;1241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2" name="Google Shape;1242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3" name="Google Shape;1243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4" name="Google Shape;1244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5" name="Google Shape;1245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46" name="Google Shape;1246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47" name="Google Shape;1247;p28"/>
          <p:cNvGrpSpPr/>
          <p:nvPr/>
        </p:nvGrpSpPr>
        <p:grpSpPr>
          <a:xfrm flipH="1">
            <a:off x="10000548" y="6088026"/>
            <a:ext cx="3436213" cy="3518092"/>
            <a:chOff x="-1115775" y="4467744"/>
            <a:chExt cx="2577160" cy="2638569"/>
          </a:xfrm>
        </p:grpSpPr>
        <p:sp>
          <p:nvSpPr>
            <p:cNvPr id="1248" name="Google Shape;1248;p28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49" name="Google Shape;1249;p28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50" name="Google Shape;1250;p2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1" name="Google Shape;1251;p2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2" name="Google Shape;1252;p2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3" name="Google Shape;1253;p2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4" name="Google Shape;1254;p2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5" name="Google Shape;1255;p2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6" name="Google Shape;1256;p28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7" name="Google Shape;1257;p28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8" name="Google Shape;1258;p28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59" name="Google Shape;1259;p2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0" name="Google Shape;1260;p2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1" name="Google Shape;1261;p2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2" name="Google Shape;1262;p2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63" name="Google Shape;1263;p2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4915578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29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266" name="Google Shape;1266;p29"/>
          <p:cNvSpPr txBox="1">
            <a:spLocks noGrp="1"/>
          </p:cNvSpPr>
          <p:nvPr>
            <p:ph type="subTitle" idx="1"/>
          </p:nvPr>
        </p:nvSpPr>
        <p:spPr>
          <a:xfrm>
            <a:off x="2597217" y="2603365"/>
            <a:ext cx="28748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7" name="Google Shape;1267;p29"/>
          <p:cNvSpPr txBox="1">
            <a:spLocks noGrp="1"/>
          </p:cNvSpPr>
          <p:nvPr>
            <p:ph type="subTitle" idx="2"/>
          </p:nvPr>
        </p:nvSpPr>
        <p:spPr>
          <a:xfrm>
            <a:off x="2597217" y="1970300"/>
            <a:ext cx="2874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68" name="Google Shape;1268;p29"/>
          <p:cNvSpPr txBox="1">
            <a:spLocks noGrp="1"/>
          </p:cNvSpPr>
          <p:nvPr>
            <p:ph type="subTitle" idx="3"/>
          </p:nvPr>
        </p:nvSpPr>
        <p:spPr>
          <a:xfrm>
            <a:off x="2597217" y="4745935"/>
            <a:ext cx="28748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69" name="Google Shape;1269;p29"/>
          <p:cNvSpPr txBox="1">
            <a:spLocks noGrp="1"/>
          </p:cNvSpPr>
          <p:nvPr>
            <p:ph type="subTitle" idx="4"/>
          </p:nvPr>
        </p:nvSpPr>
        <p:spPr>
          <a:xfrm>
            <a:off x="2597217" y="4112869"/>
            <a:ext cx="2874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70" name="Google Shape;1270;p29"/>
          <p:cNvSpPr txBox="1">
            <a:spLocks noGrp="1"/>
          </p:cNvSpPr>
          <p:nvPr>
            <p:ph type="subTitle" idx="5"/>
          </p:nvPr>
        </p:nvSpPr>
        <p:spPr>
          <a:xfrm>
            <a:off x="7938851" y="2603353"/>
            <a:ext cx="2877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1" name="Google Shape;1271;p29"/>
          <p:cNvSpPr txBox="1">
            <a:spLocks noGrp="1"/>
          </p:cNvSpPr>
          <p:nvPr>
            <p:ph type="subTitle" idx="6"/>
          </p:nvPr>
        </p:nvSpPr>
        <p:spPr>
          <a:xfrm>
            <a:off x="7938851" y="1970284"/>
            <a:ext cx="2877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272" name="Google Shape;1272;p29"/>
          <p:cNvSpPr txBox="1">
            <a:spLocks noGrp="1"/>
          </p:cNvSpPr>
          <p:nvPr>
            <p:ph type="subTitle" idx="7"/>
          </p:nvPr>
        </p:nvSpPr>
        <p:spPr>
          <a:xfrm>
            <a:off x="7938851" y="4745936"/>
            <a:ext cx="2877200" cy="110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273" name="Google Shape;1273;p29"/>
          <p:cNvSpPr txBox="1">
            <a:spLocks noGrp="1"/>
          </p:cNvSpPr>
          <p:nvPr>
            <p:ph type="subTitle" idx="8"/>
          </p:nvPr>
        </p:nvSpPr>
        <p:spPr>
          <a:xfrm>
            <a:off x="7938851" y="4112867"/>
            <a:ext cx="28772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274" name="Google Shape;1274;p29"/>
          <p:cNvGrpSpPr/>
          <p:nvPr/>
        </p:nvGrpSpPr>
        <p:grpSpPr>
          <a:xfrm rot="-5400000" flipH="1">
            <a:off x="10386929" y="-2564383"/>
            <a:ext cx="3659033" cy="3637017"/>
            <a:chOff x="5985575" y="4420825"/>
            <a:chExt cx="2744275" cy="2727763"/>
          </a:xfrm>
        </p:grpSpPr>
        <p:sp>
          <p:nvSpPr>
            <p:cNvPr id="1275" name="Google Shape;1275;p29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76" name="Google Shape;1276;p29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277" name="Google Shape;1277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8" name="Google Shape;1278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79" name="Google Shape;1279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0" name="Google Shape;1280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1" name="Google Shape;1281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2" name="Google Shape;1282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3" name="Google Shape;1283;p29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4" name="Google Shape;1284;p29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5" name="Google Shape;1285;p29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6" name="Google Shape;1286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7" name="Google Shape;1287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8" name="Google Shape;1288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89" name="Google Shape;1289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0" name="Google Shape;1290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291" name="Google Shape;1291;p29"/>
          <p:cNvGrpSpPr/>
          <p:nvPr/>
        </p:nvGrpSpPr>
        <p:grpSpPr>
          <a:xfrm>
            <a:off x="-1079219" y="6171493"/>
            <a:ext cx="3436213" cy="3518092"/>
            <a:chOff x="-1115775" y="4467744"/>
            <a:chExt cx="2577160" cy="2638569"/>
          </a:xfrm>
        </p:grpSpPr>
        <p:sp>
          <p:nvSpPr>
            <p:cNvPr id="1292" name="Google Shape;1292;p29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293" name="Google Shape;1293;p29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294" name="Google Shape;1294;p29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5" name="Google Shape;1295;p29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6" name="Google Shape;1296;p29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7" name="Google Shape;1297;p29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8" name="Google Shape;1298;p29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299" name="Google Shape;1299;p29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0" name="Google Shape;1300;p29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1" name="Google Shape;1301;p29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2" name="Google Shape;1302;p29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3" name="Google Shape;1303;p29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4" name="Google Shape;1304;p29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5" name="Google Shape;1305;p29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6" name="Google Shape;1306;p29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07" name="Google Shape;1307;p29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8199960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30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10" name="Google Shape;1310;p30"/>
          <p:cNvSpPr txBox="1">
            <a:spLocks noGrp="1"/>
          </p:cNvSpPr>
          <p:nvPr>
            <p:ph type="subTitle" idx="1"/>
          </p:nvPr>
        </p:nvSpPr>
        <p:spPr>
          <a:xfrm>
            <a:off x="1065767" y="4745935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1" name="Google Shape;1311;p30"/>
          <p:cNvSpPr txBox="1">
            <a:spLocks noGrp="1"/>
          </p:cNvSpPr>
          <p:nvPr>
            <p:ph type="subTitle" idx="2"/>
          </p:nvPr>
        </p:nvSpPr>
        <p:spPr>
          <a:xfrm>
            <a:off x="1065767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2" name="Google Shape;1312;p30"/>
          <p:cNvSpPr txBox="1">
            <a:spLocks noGrp="1"/>
          </p:cNvSpPr>
          <p:nvPr>
            <p:ph type="subTitle" idx="3"/>
          </p:nvPr>
        </p:nvSpPr>
        <p:spPr>
          <a:xfrm>
            <a:off x="8155433" y="4745933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3" name="Google Shape;1313;p30"/>
          <p:cNvSpPr txBox="1">
            <a:spLocks noGrp="1"/>
          </p:cNvSpPr>
          <p:nvPr>
            <p:ph type="subTitle" idx="4"/>
          </p:nvPr>
        </p:nvSpPr>
        <p:spPr>
          <a:xfrm>
            <a:off x="8155433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4" name="Google Shape;1314;p30"/>
          <p:cNvSpPr txBox="1">
            <a:spLocks noGrp="1"/>
          </p:cNvSpPr>
          <p:nvPr>
            <p:ph type="subTitle" idx="5"/>
          </p:nvPr>
        </p:nvSpPr>
        <p:spPr>
          <a:xfrm>
            <a:off x="4610600" y="4745935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5" name="Google Shape;1315;p30"/>
          <p:cNvSpPr txBox="1">
            <a:spLocks noGrp="1"/>
          </p:cNvSpPr>
          <p:nvPr>
            <p:ph type="subTitle" idx="6"/>
          </p:nvPr>
        </p:nvSpPr>
        <p:spPr>
          <a:xfrm>
            <a:off x="4610600" y="4112867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6" name="Google Shape;1316;p30"/>
          <p:cNvSpPr txBox="1">
            <a:spLocks noGrp="1"/>
          </p:cNvSpPr>
          <p:nvPr>
            <p:ph type="subTitle" idx="7"/>
          </p:nvPr>
        </p:nvSpPr>
        <p:spPr>
          <a:xfrm>
            <a:off x="2838100" y="2603367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7" name="Google Shape;1317;p30"/>
          <p:cNvSpPr txBox="1">
            <a:spLocks noGrp="1"/>
          </p:cNvSpPr>
          <p:nvPr>
            <p:ph type="subTitle" idx="8"/>
          </p:nvPr>
        </p:nvSpPr>
        <p:spPr>
          <a:xfrm>
            <a:off x="2838100" y="1970300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18" name="Google Shape;1318;p30"/>
          <p:cNvSpPr txBox="1">
            <a:spLocks noGrp="1"/>
          </p:cNvSpPr>
          <p:nvPr>
            <p:ph type="subTitle" idx="9"/>
          </p:nvPr>
        </p:nvSpPr>
        <p:spPr>
          <a:xfrm>
            <a:off x="6383025" y="2603367"/>
            <a:ext cx="29708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19" name="Google Shape;1319;p30"/>
          <p:cNvSpPr txBox="1">
            <a:spLocks noGrp="1"/>
          </p:cNvSpPr>
          <p:nvPr>
            <p:ph type="subTitle" idx="13"/>
          </p:nvPr>
        </p:nvSpPr>
        <p:spPr>
          <a:xfrm>
            <a:off x="6383017" y="1970300"/>
            <a:ext cx="29708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320" name="Google Shape;1320;p30"/>
          <p:cNvGrpSpPr/>
          <p:nvPr/>
        </p:nvGrpSpPr>
        <p:grpSpPr>
          <a:xfrm flipH="1">
            <a:off x="10367126" y="5972994"/>
            <a:ext cx="3659033" cy="3637017"/>
            <a:chOff x="5985575" y="4420825"/>
            <a:chExt cx="2744275" cy="2727763"/>
          </a:xfrm>
        </p:grpSpPr>
        <p:sp>
          <p:nvSpPr>
            <p:cNvPr id="1321" name="Google Shape;1321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22" name="Google Shape;1322;p30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23" name="Google Shape;1323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4" name="Google Shape;1324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5" name="Google Shape;1325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6" name="Google Shape;1326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7" name="Google Shape;1327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8" name="Google Shape;1328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29" name="Google Shape;1329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0" name="Google Shape;1330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1" name="Google Shape;1331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2" name="Google Shape;1332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3" name="Google Shape;1333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4" name="Google Shape;1334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5" name="Google Shape;1335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36" name="Google Shape;1336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37" name="Google Shape;1337;p30"/>
          <p:cNvGrpSpPr/>
          <p:nvPr/>
        </p:nvGrpSpPr>
        <p:grpSpPr>
          <a:xfrm rot="10800000" flipH="1">
            <a:off x="-2028074" y="-2536039"/>
            <a:ext cx="3659033" cy="3637017"/>
            <a:chOff x="5985575" y="4420825"/>
            <a:chExt cx="2744275" cy="2727763"/>
          </a:xfrm>
        </p:grpSpPr>
        <p:sp>
          <p:nvSpPr>
            <p:cNvPr id="1338" name="Google Shape;1338;p30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39" name="Google Shape;1339;p30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340" name="Google Shape;1340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1" name="Google Shape;1341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2" name="Google Shape;1342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3" name="Google Shape;1343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4" name="Google Shape;1344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5" name="Google Shape;1345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6" name="Google Shape;1346;p30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7" name="Google Shape;1347;p30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8" name="Google Shape;1348;p30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49" name="Google Shape;1349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0" name="Google Shape;1350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1" name="Google Shape;1351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2" name="Google Shape;1352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3" name="Google Shape;1353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54" name="Google Shape;1354;p30"/>
          <p:cNvGrpSpPr/>
          <p:nvPr/>
        </p:nvGrpSpPr>
        <p:grpSpPr>
          <a:xfrm>
            <a:off x="-1805252" y="5874509"/>
            <a:ext cx="3436213" cy="3518092"/>
            <a:chOff x="-1115775" y="4467744"/>
            <a:chExt cx="2577160" cy="2638569"/>
          </a:xfrm>
        </p:grpSpPr>
        <p:sp>
          <p:nvSpPr>
            <p:cNvPr id="1355" name="Google Shape;1355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56" name="Google Shape;1356;p3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57" name="Google Shape;1357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8" name="Google Shape;1358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59" name="Google Shape;1359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0" name="Google Shape;1360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1" name="Google Shape;1361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2" name="Google Shape;1362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3" name="Google Shape;1363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4" name="Google Shape;1364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5" name="Google Shape;1365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6" name="Google Shape;1366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7" name="Google Shape;1367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8" name="Google Shape;1368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69" name="Google Shape;1369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0" name="Google Shape;1370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371" name="Google Shape;1371;p30"/>
          <p:cNvGrpSpPr/>
          <p:nvPr/>
        </p:nvGrpSpPr>
        <p:grpSpPr>
          <a:xfrm rot="10800000">
            <a:off x="10277215" y="-2669891"/>
            <a:ext cx="3436213" cy="3518092"/>
            <a:chOff x="-1115775" y="4467744"/>
            <a:chExt cx="2577160" cy="2638569"/>
          </a:xfrm>
        </p:grpSpPr>
        <p:sp>
          <p:nvSpPr>
            <p:cNvPr id="1372" name="Google Shape;1372;p30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373" name="Google Shape;1373;p30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374" name="Google Shape;1374;p30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5" name="Google Shape;1375;p30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6" name="Google Shape;1376;p30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7" name="Google Shape;1377;p30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8" name="Google Shape;1378;p30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79" name="Google Shape;1379;p30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0" name="Google Shape;1380;p30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1" name="Google Shape;1381;p30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2" name="Google Shape;1382;p30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3" name="Google Shape;1383;p30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4" name="Google Shape;1384;p30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5" name="Google Shape;1385;p30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6" name="Google Shape;1386;p30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387" name="Google Shape;1387;p30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142885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3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1390" name="Google Shape;1390;p31"/>
          <p:cNvSpPr txBox="1">
            <a:spLocks noGrp="1"/>
          </p:cNvSpPr>
          <p:nvPr>
            <p:ph type="subTitle" idx="1"/>
          </p:nvPr>
        </p:nvSpPr>
        <p:spPr>
          <a:xfrm>
            <a:off x="2218300" y="2271300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1" name="Google Shape;1391;p31"/>
          <p:cNvSpPr txBox="1">
            <a:spLocks noGrp="1"/>
          </p:cNvSpPr>
          <p:nvPr>
            <p:ph type="subTitle" idx="2"/>
          </p:nvPr>
        </p:nvSpPr>
        <p:spPr>
          <a:xfrm>
            <a:off x="2218300" y="1673300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2" name="Google Shape;1392;p31"/>
          <p:cNvSpPr txBox="1">
            <a:spLocks noGrp="1"/>
          </p:cNvSpPr>
          <p:nvPr>
            <p:ph type="subTitle" idx="3"/>
          </p:nvPr>
        </p:nvSpPr>
        <p:spPr>
          <a:xfrm>
            <a:off x="2218300" y="5323967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3" name="Google Shape;1393;p31"/>
          <p:cNvSpPr txBox="1">
            <a:spLocks noGrp="1"/>
          </p:cNvSpPr>
          <p:nvPr>
            <p:ph type="subTitle" idx="4"/>
          </p:nvPr>
        </p:nvSpPr>
        <p:spPr>
          <a:xfrm>
            <a:off x="2218300" y="4725967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4" name="Google Shape;1394;p31"/>
          <p:cNvSpPr txBox="1">
            <a:spLocks noGrp="1"/>
          </p:cNvSpPr>
          <p:nvPr>
            <p:ph type="subTitle" idx="5"/>
          </p:nvPr>
        </p:nvSpPr>
        <p:spPr>
          <a:xfrm>
            <a:off x="2218300" y="3797633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5" name="Google Shape;1395;p31"/>
          <p:cNvSpPr txBox="1">
            <a:spLocks noGrp="1"/>
          </p:cNvSpPr>
          <p:nvPr>
            <p:ph type="subTitle" idx="6"/>
          </p:nvPr>
        </p:nvSpPr>
        <p:spPr>
          <a:xfrm>
            <a:off x="2218300" y="3199633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6" name="Google Shape;1396;p31"/>
          <p:cNvSpPr txBox="1">
            <a:spLocks noGrp="1"/>
          </p:cNvSpPr>
          <p:nvPr>
            <p:ph type="subTitle" idx="7"/>
          </p:nvPr>
        </p:nvSpPr>
        <p:spPr>
          <a:xfrm>
            <a:off x="7782567" y="2271300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7" name="Google Shape;1397;p31"/>
          <p:cNvSpPr txBox="1">
            <a:spLocks noGrp="1"/>
          </p:cNvSpPr>
          <p:nvPr>
            <p:ph type="subTitle" idx="8"/>
          </p:nvPr>
        </p:nvSpPr>
        <p:spPr>
          <a:xfrm>
            <a:off x="7782567" y="1673300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398" name="Google Shape;1398;p31"/>
          <p:cNvSpPr txBox="1">
            <a:spLocks noGrp="1"/>
          </p:cNvSpPr>
          <p:nvPr>
            <p:ph type="subTitle" idx="9"/>
          </p:nvPr>
        </p:nvSpPr>
        <p:spPr>
          <a:xfrm>
            <a:off x="7782567" y="5323967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399" name="Google Shape;1399;p31"/>
          <p:cNvSpPr txBox="1">
            <a:spLocks noGrp="1"/>
          </p:cNvSpPr>
          <p:nvPr>
            <p:ph type="subTitle" idx="13"/>
          </p:nvPr>
        </p:nvSpPr>
        <p:spPr>
          <a:xfrm>
            <a:off x="7782567" y="4725967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sp>
        <p:nvSpPr>
          <p:cNvPr id="1400" name="Google Shape;1400;p31"/>
          <p:cNvSpPr txBox="1">
            <a:spLocks noGrp="1"/>
          </p:cNvSpPr>
          <p:nvPr>
            <p:ph type="subTitle" idx="14"/>
          </p:nvPr>
        </p:nvSpPr>
        <p:spPr>
          <a:xfrm>
            <a:off x="7782567" y="3797633"/>
            <a:ext cx="3381600" cy="8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01" name="Google Shape;1401;p31"/>
          <p:cNvSpPr txBox="1">
            <a:spLocks noGrp="1"/>
          </p:cNvSpPr>
          <p:nvPr>
            <p:ph type="subTitle" idx="15"/>
          </p:nvPr>
        </p:nvSpPr>
        <p:spPr>
          <a:xfrm>
            <a:off x="7782567" y="3199633"/>
            <a:ext cx="3381600" cy="73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2933"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Manrope SemiBold"/>
              <a:buNone/>
              <a:defRPr sz="3200"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endParaRPr/>
          </a:p>
        </p:txBody>
      </p:sp>
      <p:grpSp>
        <p:nvGrpSpPr>
          <p:cNvPr id="1402" name="Google Shape;1402;p31"/>
          <p:cNvGrpSpPr/>
          <p:nvPr/>
        </p:nvGrpSpPr>
        <p:grpSpPr>
          <a:xfrm rot="-5400000" flipH="1">
            <a:off x="10248020" y="-2762273"/>
            <a:ext cx="3659033" cy="3637017"/>
            <a:chOff x="5985575" y="4420825"/>
            <a:chExt cx="2744275" cy="2727763"/>
          </a:xfrm>
        </p:grpSpPr>
        <p:sp>
          <p:nvSpPr>
            <p:cNvPr id="1403" name="Google Shape;1403;p31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04" name="Google Shape;1404;p31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05" name="Google Shape;1405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6" name="Google Shape;1406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7" name="Google Shape;1407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8" name="Google Shape;1408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09" name="Google Shape;1409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0" name="Google Shape;1410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1" name="Google Shape;1411;p31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2" name="Google Shape;1412;p31"/>
              <p:cNvSpPr/>
              <p:nvPr/>
            </p:nvSpPr>
            <p:spPr>
              <a:xfrm>
                <a:off x="1861553" y="1767253"/>
                <a:ext cx="1080578" cy="1082004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3" name="Google Shape;1413;p31"/>
              <p:cNvSpPr/>
              <p:nvPr/>
            </p:nvSpPr>
            <p:spPr>
              <a:xfrm>
                <a:off x="1898130" y="1863198"/>
                <a:ext cx="1114002" cy="1086690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4" name="Google Shape;1414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5" name="Google Shape;1415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6" name="Google Shape;1416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7" name="Google Shape;1417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18" name="Google Shape;1418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19" name="Google Shape;1419;p31"/>
          <p:cNvGrpSpPr/>
          <p:nvPr/>
        </p:nvGrpSpPr>
        <p:grpSpPr>
          <a:xfrm rot="10800000" flipH="1">
            <a:off x="-1708752" y="-2702791"/>
            <a:ext cx="3436213" cy="3518092"/>
            <a:chOff x="-1115775" y="4467744"/>
            <a:chExt cx="2577160" cy="2638569"/>
          </a:xfrm>
        </p:grpSpPr>
        <p:sp>
          <p:nvSpPr>
            <p:cNvPr id="1420" name="Google Shape;1420;p31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21" name="Google Shape;1421;p31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22" name="Google Shape;1422;p31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3" name="Google Shape;1423;p31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4" name="Google Shape;1424;p31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5" name="Google Shape;1425;p31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6" name="Google Shape;1426;p31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7" name="Google Shape;1427;p31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8" name="Google Shape;1428;p31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29" name="Google Shape;1429;p31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0" name="Google Shape;1430;p31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1" name="Google Shape;1431;p31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2" name="Google Shape;1432;p31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3" name="Google Shape;1433;p31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4" name="Google Shape;1434;p31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35" name="Google Shape;1435;p31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4494615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1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7" name="Google Shape;1437;p32"/>
          <p:cNvSpPr txBox="1">
            <a:spLocks noGrp="1"/>
          </p:cNvSpPr>
          <p:nvPr>
            <p:ph type="title"/>
          </p:nvPr>
        </p:nvSpPr>
        <p:spPr>
          <a:xfrm>
            <a:off x="5665017" y="756067"/>
            <a:ext cx="5086800" cy="14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9600"/>
            </a:lvl9pPr>
          </a:lstStyle>
          <a:p>
            <a:endParaRPr/>
          </a:p>
        </p:txBody>
      </p:sp>
      <p:sp>
        <p:nvSpPr>
          <p:cNvPr id="1438" name="Google Shape;1438;p32"/>
          <p:cNvSpPr txBox="1">
            <a:spLocks noGrp="1"/>
          </p:cNvSpPr>
          <p:nvPr>
            <p:ph type="subTitle" idx="1"/>
          </p:nvPr>
        </p:nvSpPr>
        <p:spPr>
          <a:xfrm>
            <a:off x="5665033" y="3436468"/>
            <a:ext cx="5086800" cy="10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2200" b="1"/>
            </a:lvl9pPr>
          </a:lstStyle>
          <a:p>
            <a:endParaRPr/>
          </a:p>
        </p:txBody>
      </p:sp>
      <p:sp>
        <p:nvSpPr>
          <p:cNvPr id="1439" name="Google Shape;1439;p32"/>
          <p:cNvSpPr txBox="1">
            <a:spLocks noGrp="1"/>
          </p:cNvSpPr>
          <p:nvPr>
            <p:ph type="subTitle" idx="2"/>
          </p:nvPr>
        </p:nvSpPr>
        <p:spPr>
          <a:xfrm>
            <a:off x="5665017" y="5425567"/>
            <a:ext cx="5086800" cy="49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333" b="1"/>
            </a:lvl9pPr>
          </a:lstStyle>
          <a:p>
            <a:endParaRPr/>
          </a:p>
        </p:txBody>
      </p:sp>
      <p:sp>
        <p:nvSpPr>
          <p:cNvPr id="1440" name="Google Shape;1440;p32"/>
          <p:cNvSpPr txBox="1"/>
          <p:nvPr/>
        </p:nvSpPr>
        <p:spPr>
          <a:xfrm>
            <a:off x="5665033" y="4559499"/>
            <a:ext cx="5086800" cy="8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algn="ctr">
              <a:buClr>
                <a:srgbClr val="000000"/>
              </a:buClr>
              <a:buSzPts val="1018"/>
              <a:buFont typeface="Arial"/>
              <a:buNone/>
            </a:pP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Credits: This presentation template was created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2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, and includes icons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3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, and infographics &amp; images by </a:t>
            </a:r>
            <a:r>
              <a:rPr lang="en" sz="1333" b="1" kern="0">
                <a:solidFill>
                  <a:srgbClr val="261E17"/>
                </a:solidFill>
                <a:uFill>
                  <a:noFill/>
                </a:uFill>
                <a:latin typeface="Inter"/>
                <a:ea typeface="Inter"/>
                <a:cs typeface="Inter"/>
                <a:sym typeface="Inter"/>
                <a:hlinkClick r:id="rId4">
                  <a:extLst>
                    <a:ext uri="{A12FA001-AC4F-418D-AE19-62706E023703}">
                      <ahyp:hlinkClr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333" kern="0">
                <a:solidFill>
                  <a:srgbClr val="261E17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333" kern="0">
              <a:solidFill>
                <a:srgbClr val="261E17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441" name="Google Shape;1441;p32"/>
          <p:cNvGrpSpPr/>
          <p:nvPr/>
        </p:nvGrpSpPr>
        <p:grpSpPr>
          <a:xfrm rot="-5400000" flipH="1">
            <a:off x="-1625878" y="6001772"/>
            <a:ext cx="3659033" cy="3637017"/>
            <a:chOff x="5985575" y="4420825"/>
            <a:chExt cx="2744275" cy="2727763"/>
          </a:xfrm>
        </p:grpSpPr>
        <p:sp>
          <p:nvSpPr>
            <p:cNvPr id="1442" name="Google Shape;1442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43" name="Google Shape;1443;p3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44" name="Google Shape;1444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5" name="Google Shape;1445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6" name="Google Shape;1446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7" name="Google Shape;1447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8" name="Google Shape;1448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49" name="Google Shape;1449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0" name="Google Shape;1450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1" name="Google Shape;1451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2" name="Google Shape;1452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3" name="Google Shape;1453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4" name="Google Shape;1454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5" name="Google Shape;1455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6" name="Google Shape;1456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57" name="Google Shape;1457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58" name="Google Shape;1458;p32"/>
          <p:cNvGrpSpPr/>
          <p:nvPr/>
        </p:nvGrpSpPr>
        <p:grpSpPr>
          <a:xfrm rot="-5400000" flipH="1">
            <a:off x="10670001" y="-2567565"/>
            <a:ext cx="3659033" cy="3637017"/>
            <a:chOff x="5985575" y="4420825"/>
            <a:chExt cx="2744275" cy="2727763"/>
          </a:xfrm>
        </p:grpSpPr>
        <p:sp>
          <p:nvSpPr>
            <p:cNvPr id="1459" name="Google Shape;1459;p32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60" name="Google Shape;1460;p32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61" name="Google Shape;1461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2" name="Google Shape;1462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3" name="Google Shape;1463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4" name="Google Shape;1464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5" name="Google Shape;1465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6" name="Google Shape;1466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7" name="Google Shape;1467;p32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8" name="Google Shape;1468;p32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69" name="Google Shape;1469;p32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0" name="Google Shape;1470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1" name="Google Shape;1471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2" name="Google Shape;1472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3" name="Google Shape;1473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4" name="Google Shape;1474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475" name="Google Shape;1475;p32"/>
          <p:cNvGrpSpPr/>
          <p:nvPr/>
        </p:nvGrpSpPr>
        <p:grpSpPr>
          <a:xfrm rot="10800000" flipH="1">
            <a:off x="-1186719" y="-2603274"/>
            <a:ext cx="3436213" cy="3518092"/>
            <a:chOff x="-1115775" y="4467744"/>
            <a:chExt cx="2577160" cy="2638569"/>
          </a:xfrm>
        </p:grpSpPr>
        <p:sp>
          <p:nvSpPr>
            <p:cNvPr id="1476" name="Google Shape;1476;p32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77" name="Google Shape;1477;p32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478" name="Google Shape;1478;p32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79" name="Google Shape;1479;p32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0" name="Google Shape;1480;p32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1" name="Google Shape;1481;p32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2" name="Google Shape;1482;p32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3" name="Google Shape;1483;p32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4" name="Google Shape;1484;p32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5" name="Google Shape;1485;p32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6" name="Google Shape;1486;p32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7" name="Google Shape;1487;p32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8" name="Google Shape;1488;p32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89" name="Google Shape;1489;p32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0" name="Google Shape;1490;p32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1" name="Google Shape;1491;p32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735788495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1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3" name="Google Shape;1493;p33"/>
          <p:cNvGrpSpPr/>
          <p:nvPr/>
        </p:nvGrpSpPr>
        <p:grpSpPr>
          <a:xfrm rot="-5400000" flipH="1">
            <a:off x="4582834" y="6162902"/>
            <a:ext cx="3659033" cy="3637017"/>
            <a:chOff x="5985575" y="4420825"/>
            <a:chExt cx="2744275" cy="2727763"/>
          </a:xfrm>
        </p:grpSpPr>
        <p:sp>
          <p:nvSpPr>
            <p:cNvPr id="1494" name="Google Shape;1494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495" name="Google Shape;1495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496" name="Google Shape;1496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7" name="Google Shape;1497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8" name="Google Shape;1498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499" name="Google Shape;1499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0" name="Google Shape;1500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1" name="Google Shape;1501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2" name="Google Shape;1502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3" name="Google Shape;1503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4" name="Google Shape;1504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5" name="Google Shape;1505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6" name="Google Shape;1506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7" name="Google Shape;1507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8" name="Google Shape;1508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09" name="Google Shape;1509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10" name="Google Shape;1510;p33"/>
          <p:cNvGrpSpPr/>
          <p:nvPr/>
        </p:nvGrpSpPr>
        <p:grpSpPr>
          <a:xfrm flipH="1">
            <a:off x="-1708766" y="-2951431"/>
            <a:ext cx="3659033" cy="3637017"/>
            <a:chOff x="5985575" y="4420825"/>
            <a:chExt cx="2744275" cy="2727763"/>
          </a:xfrm>
        </p:grpSpPr>
        <p:sp>
          <p:nvSpPr>
            <p:cNvPr id="1511" name="Google Shape;1511;p33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12" name="Google Shape;1512;p33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13" name="Google Shape;1513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4" name="Google Shape;1514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5" name="Google Shape;1515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6" name="Google Shape;1516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7" name="Google Shape;1517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8" name="Google Shape;1518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19" name="Google Shape;1519;p33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0" name="Google Shape;1520;p33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1" name="Google Shape;1521;p33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2" name="Google Shape;1522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3" name="Google Shape;1523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4" name="Google Shape;1524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5" name="Google Shape;1525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26" name="Google Shape;1526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27" name="Google Shape;1527;p33"/>
          <p:cNvGrpSpPr/>
          <p:nvPr/>
        </p:nvGrpSpPr>
        <p:grpSpPr>
          <a:xfrm rot="10800000">
            <a:off x="10464548" y="-2624658"/>
            <a:ext cx="3436213" cy="3518092"/>
            <a:chOff x="-1115775" y="4467744"/>
            <a:chExt cx="2577160" cy="2638569"/>
          </a:xfrm>
        </p:grpSpPr>
        <p:sp>
          <p:nvSpPr>
            <p:cNvPr id="1528" name="Google Shape;1528;p33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29" name="Google Shape;1529;p33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30" name="Google Shape;1530;p33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1" name="Google Shape;1531;p33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2" name="Google Shape;1532;p33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3" name="Google Shape;1533;p33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4" name="Google Shape;1534;p33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5" name="Google Shape;1535;p33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6" name="Google Shape;1536;p33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7" name="Google Shape;1537;p33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8" name="Google Shape;1538;p33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39" name="Google Shape;1539;p33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0" name="Google Shape;1540;p33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1" name="Google Shape;1541;p33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2" name="Google Shape;1542;p33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3" name="Google Shape;1543;p33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718614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5" name="Google Shape;1545;p34"/>
          <p:cNvGrpSpPr/>
          <p:nvPr/>
        </p:nvGrpSpPr>
        <p:grpSpPr>
          <a:xfrm rot="-5400000" flipH="1">
            <a:off x="-1836033" y="5958236"/>
            <a:ext cx="3659033" cy="3637017"/>
            <a:chOff x="5985575" y="4420825"/>
            <a:chExt cx="2744275" cy="2727763"/>
          </a:xfrm>
        </p:grpSpPr>
        <p:sp>
          <p:nvSpPr>
            <p:cNvPr id="1546" name="Google Shape;1546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47" name="Google Shape;1547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48" name="Google Shape;1548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49" name="Google Shape;1549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0" name="Google Shape;1550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1" name="Google Shape;1551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2" name="Google Shape;1552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3" name="Google Shape;1553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4" name="Google Shape;1554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5" name="Google Shape;1555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6" name="Google Shape;1556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7" name="Google Shape;1557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8" name="Google Shape;1558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59" name="Google Shape;1559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0" name="Google Shape;1560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1" name="Google Shape;1561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62" name="Google Shape;1562;p34"/>
          <p:cNvGrpSpPr/>
          <p:nvPr/>
        </p:nvGrpSpPr>
        <p:grpSpPr>
          <a:xfrm rot="5400000" flipH="1">
            <a:off x="10559434" y="-2940631"/>
            <a:ext cx="3659033" cy="3637017"/>
            <a:chOff x="5985575" y="4420825"/>
            <a:chExt cx="2744275" cy="2727763"/>
          </a:xfrm>
        </p:grpSpPr>
        <p:sp>
          <p:nvSpPr>
            <p:cNvPr id="1563" name="Google Shape;1563;p34"/>
            <p:cNvSpPr/>
            <p:nvPr/>
          </p:nvSpPr>
          <p:spPr>
            <a:xfrm>
              <a:off x="6115050" y="4420825"/>
              <a:ext cx="2614800" cy="25998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64" name="Google Shape;1564;p34"/>
            <p:cNvGrpSpPr/>
            <p:nvPr/>
          </p:nvGrpSpPr>
          <p:grpSpPr>
            <a:xfrm rot="5400000" flipH="1">
              <a:off x="5986247" y="4572099"/>
              <a:ext cx="2575817" cy="2577160"/>
              <a:chOff x="1550275" y="1493275"/>
              <a:chExt cx="1582100" cy="1582925"/>
            </a:xfrm>
          </p:grpSpPr>
          <p:sp>
            <p:nvSpPr>
              <p:cNvPr id="1565" name="Google Shape;1565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6" name="Google Shape;1566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7" name="Google Shape;1567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8" name="Google Shape;1568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69" name="Google Shape;1569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0" name="Google Shape;1570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1" name="Google Shape;1571;p34"/>
              <p:cNvSpPr/>
              <p:nvPr/>
            </p:nvSpPr>
            <p:spPr>
              <a:xfrm>
                <a:off x="1724445" y="1684323"/>
                <a:ext cx="1133953" cy="1137555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2" name="Google Shape;1572;p34"/>
              <p:cNvSpPr/>
              <p:nvPr/>
            </p:nvSpPr>
            <p:spPr>
              <a:xfrm>
                <a:off x="1802230" y="1767248"/>
                <a:ext cx="1139947" cy="112845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3" name="Google Shape;1573;p34"/>
              <p:cNvSpPr/>
              <p:nvPr/>
            </p:nvSpPr>
            <p:spPr>
              <a:xfrm>
                <a:off x="1902777" y="1863204"/>
                <a:ext cx="1109325" cy="1105584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4" name="Google Shape;1574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5" name="Google Shape;1575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6" name="Google Shape;1576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7" name="Google Shape;1577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78" name="Google Shape;1578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79" name="Google Shape;1579;p34"/>
          <p:cNvGrpSpPr/>
          <p:nvPr/>
        </p:nvGrpSpPr>
        <p:grpSpPr>
          <a:xfrm flipH="1">
            <a:off x="10570448" y="5874509"/>
            <a:ext cx="3436213" cy="3518092"/>
            <a:chOff x="-1115775" y="4467744"/>
            <a:chExt cx="2577160" cy="2638569"/>
          </a:xfrm>
        </p:grpSpPr>
        <p:sp>
          <p:nvSpPr>
            <p:cNvPr id="1580" name="Google Shape;1580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81" name="Google Shape;1581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82" name="Google Shape;1582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3" name="Google Shape;1583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4" name="Google Shape;1584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5" name="Google Shape;1585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6" name="Google Shape;1586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7" name="Google Shape;1587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8" name="Google Shape;1588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89" name="Google Shape;1589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0" name="Google Shape;1590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1" name="Google Shape;1591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2" name="Google Shape;1592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3" name="Google Shape;1593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4" name="Google Shape;1594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595" name="Google Shape;1595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  <p:grpSp>
        <p:nvGrpSpPr>
          <p:cNvPr id="1596" name="Google Shape;1596;p34"/>
          <p:cNvGrpSpPr/>
          <p:nvPr/>
        </p:nvGrpSpPr>
        <p:grpSpPr>
          <a:xfrm rot="10800000" flipH="1">
            <a:off x="-1521419" y="-2669891"/>
            <a:ext cx="3436213" cy="3518092"/>
            <a:chOff x="-1115775" y="4467744"/>
            <a:chExt cx="2577160" cy="2638569"/>
          </a:xfrm>
        </p:grpSpPr>
        <p:sp>
          <p:nvSpPr>
            <p:cNvPr id="1597" name="Google Shape;1597;p34"/>
            <p:cNvSpPr/>
            <p:nvPr/>
          </p:nvSpPr>
          <p:spPr>
            <a:xfrm>
              <a:off x="-961762" y="4467744"/>
              <a:ext cx="1751700" cy="1751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grpSp>
          <p:nvGrpSpPr>
            <p:cNvPr id="1598" name="Google Shape;1598;p34"/>
            <p:cNvGrpSpPr/>
            <p:nvPr/>
          </p:nvGrpSpPr>
          <p:grpSpPr>
            <a:xfrm rot="5400000" flipH="1">
              <a:off x="-1115103" y="4529824"/>
              <a:ext cx="2575817" cy="2577160"/>
              <a:chOff x="1550275" y="1493275"/>
              <a:chExt cx="1582100" cy="1582925"/>
            </a:xfrm>
          </p:grpSpPr>
          <p:sp>
            <p:nvSpPr>
              <p:cNvPr id="1599" name="Google Shape;1599;p34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0" name="Google Shape;1600;p34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1" name="Google Shape;1601;p34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2" name="Google Shape;1602;p34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3" name="Google Shape;1603;p34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4" name="Google Shape;1604;p34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5" name="Google Shape;1605;p34"/>
              <p:cNvSpPr/>
              <p:nvPr/>
            </p:nvSpPr>
            <p:spPr>
              <a:xfrm>
                <a:off x="1710100" y="1684329"/>
                <a:ext cx="1148362" cy="1145328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6" name="Google Shape;1606;p34"/>
              <p:cNvSpPr/>
              <p:nvPr/>
            </p:nvSpPr>
            <p:spPr>
              <a:xfrm>
                <a:off x="1828936" y="1767251"/>
                <a:ext cx="1113203" cy="1126369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7" name="Google Shape;1607;p34"/>
              <p:cNvSpPr/>
              <p:nvPr/>
            </p:nvSpPr>
            <p:spPr>
              <a:xfrm>
                <a:off x="1929499" y="1863204"/>
                <a:ext cx="1082574" cy="1112692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8" name="Google Shape;1608;p34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09" name="Google Shape;1609;p34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0" name="Google Shape;1610;p34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1" name="Google Shape;1611;p34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  <p:sp>
            <p:nvSpPr>
              <p:cNvPr id="1612" name="Google Shape;1612;p34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lt2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76821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6.xml"/><Relationship Id="rId18" Type="http://schemas.openxmlformats.org/officeDocument/2006/relationships/slideLayout" Target="../slideLayouts/slideLayout51.xml"/><Relationship Id="rId26" Type="http://schemas.openxmlformats.org/officeDocument/2006/relationships/slideLayout" Target="../slideLayouts/slideLayout59.xml"/><Relationship Id="rId3" Type="http://schemas.openxmlformats.org/officeDocument/2006/relationships/slideLayout" Target="../slideLayouts/slideLayout36.xml"/><Relationship Id="rId21" Type="http://schemas.openxmlformats.org/officeDocument/2006/relationships/slideLayout" Target="../slideLayouts/slideLayout54.xml"/><Relationship Id="rId34" Type="http://schemas.openxmlformats.org/officeDocument/2006/relationships/theme" Target="../theme/theme2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17" Type="http://schemas.openxmlformats.org/officeDocument/2006/relationships/slideLayout" Target="../slideLayouts/slideLayout50.xml"/><Relationship Id="rId25" Type="http://schemas.openxmlformats.org/officeDocument/2006/relationships/slideLayout" Target="../slideLayouts/slideLayout58.xml"/><Relationship Id="rId33" Type="http://schemas.openxmlformats.org/officeDocument/2006/relationships/slideLayout" Target="../slideLayouts/slideLayout66.xml"/><Relationship Id="rId2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53.xml"/><Relationship Id="rId29" Type="http://schemas.openxmlformats.org/officeDocument/2006/relationships/slideLayout" Target="../slideLayouts/slideLayout62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24" Type="http://schemas.openxmlformats.org/officeDocument/2006/relationships/slideLayout" Target="../slideLayouts/slideLayout57.xml"/><Relationship Id="rId32" Type="http://schemas.openxmlformats.org/officeDocument/2006/relationships/slideLayout" Target="../slideLayouts/slideLayout65.xml"/><Relationship Id="rId5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48.xml"/><Relationship Id="rId23" Type="http://schemas.openxmlformats.org/officeDocument/2006/relationships/slideLayout" Target="../slideLayouts/slideLayout56.xml"/><Relationship Id="rId28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43.xml"/><Relationship Id="rId19" Type="http://schemas.openxmlformats.org/officeDocument/2006/relationships/slideLayout" Target="../slideLayouts/slideLayout52.xml"/><Relationship Id="rId31" Type="http://schemas.openxmlformats.org/officeDocument/2006/relationships/slideLayout" Target="../slideLayouts/slideLayout64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slideLayout" Target="../slideLayouts/slideLayout47.xml"/><Relationship Id="rId22" Type="http://schemas.openxmlformats.org/officeDocument/2006/relationships/slideLayout" Target="../slideLayouts/slideLayout55.xml"/><Relationship Id="rId27" Type="http://schemas.openxmlformats.org/officeDocument/2006/relationships/slideLayout" Target="../slideLayouts/slideLayout60.xml"/><Relationship Id="rId30" Type="http://schemas.openxmlformats.org/officeDocument/2006/relationships/slideLayout" Target="../slideLayouts/slideLayout63.xml"/><Relationship Id="rId8" Type="http://schemas.openxmlformats.org/officeDocument/2006/relationships/slideLayout" Target="../slideLayouts/slideLayout41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9.xml"/><Relationship Id="rId18" Type="http://schemas.openxmlformats.org/officeDocument/2006/relationships/slideLayout" Target="../slideLayouts/slideLayout84.xml"/><Relationship Id="rId26" Type="http://schemas.openxmlformats.org/officeDocument/2006/relationships/slideLayout" Target="../slideLayouts/slideLayout92.xml"/><Relationship Id="rId3" Type="http://schemas.openxmlformats.org/officeDocument/2006/relationships/slideLayout" Target="../slideLayouts/slideLayout69.xml"/><Relationship Id="rId21" Type="http://schemas.openxmlformats.org/officeDocument/2006/relationships/slideLayout" Target="../slideLayouts/slideLayout87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73.xml"/><Relationship Id="rId12" Type="http://schemas.openxmlformats.org/officeDocument/2006/relationships/slideLayout" Target="../slideLayouts/slideLayout78.xml"/><Relationship Id="rId17" Type="http://schemas.openxmlformats.org/officeDocument/2006/relationships/slideLayout" Target="../slideLayouts/slideLayout83.xml"/><Relationship Id="rId25" Type="http://schemas.openxmlformats.org/officeDocument/2006/relationships/slideLayout" Target="../slideLayouts/slideLayout91.xml"/><Relationship Id="rId33" Type="http://schemas.openxmlformats.org/officeDocument/2006/relationships/slideLayout" Target="../slideLayouts/slideLayout99.xml"/><Relationship Id="rId2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82.xml"/><Relationship Id="rId20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95.xml"/><Relationship Id="rId1" Type="http://schemas.openxmlformats.org/officeDocument/2006/relationships/slideLayout" Target="../slideLayouts/slideLayout67.xml"/><Relationship Id="rId6" Type="http://schemas.openxmlformats.org/officeDocument/2006/relationships/slideLayout" Target="../slideLayouts/slideLayout72.xml"/><Relationship Id="rId11" Type="http://schemas.openxmlformats.org/officeDocument/2006/relationships/slideLayout" Target="../slideLayouts/slideLayout77.xml"/><Relationship Id="rId24" Type="http://schemas.openxmlformats.org/officeDocument/2006/relationships/slideLayout" Target="../slideLayouts/slideLayout90.xml"/><Relationship Id="rId32" Type="http://schemas.openxmlformats.org/officeDocument/2006/relationships/slideLayout" Target="../slideLayouts/slideLayout98.xml"/><Relationship Id="rId5" Type="http://schemas.openxmlformats.org/officeDocument/2006/relationships/slideLayout" Target="../slideLayouts/slideLayout71.xml"/><Relationship Id="rId15" Type="http://schemas.openxmlformats.org/officeDocument/2006/relationships/slideLayout" Target="../slideLayouts/slideLayout81.xml"/><Relationship Id="rId23" Type="http://schemas.openxmlformats.org/officeDocument/2006/relationships/slideLayout" Target="../slideLayouts/slideLayout89.xml"/><Relationship Id="rId28" Type="http://schemas.openxmlformats.org/officeDocument/2006/relationships/slideLayout" Target="../slideLayouts/slideLayout94.xml"/><Relationship Id="rId10" Type="http://schemas.openxmlformats.org/officeDocument/2006/relationships/slideLayout" Target="../slideLayouts/slideLayout76.xml"/><Relationship Id="rId19" Type="http://schemas.openxmlformats.org/officeDocument/2006/relationships/slideLayout" Target="../slideLayouts/slideLayout85.xml"/><Relationship Id="rId31" Type="http://schemas.openxmlformats.org/officeDocument/2006/relationships/slideLayout" Target="../slideLayouts/slideLayout97.xml"/><Relationship Id="rId4" Type="http://schemas.openxmlformats.org/officeDocument/2006/relationships/slideLayout" Target="../slideLayouts/slideLayout70.xml"/><Relationship Id="rId9" Type="http://schemas.openxmlformats.org/officeDocument/2006/relationships/slideLayout" Target="../slideLayouts/slideLayout75.xml"/><Relationship Id="rId14" Type="http://schemas.openxmlformats.org/officeDocument/2006/relationships/slideLayout" Target="../slideLayouts/slideLayout80.xml"/><Relationship Id="rId22" Type="http://schemas.openxmlformats.org/officeDocument/2006/relationships/slideLayout" Target="../slideLayouts/slideLayout88.xml"/><Relationship Id="rId27" Type="http://schemas.openxmlformats.org/officeDocument/2006/relationships/slideLayout" Target="../slideLayouts/slideLayout93.xml"/><Relationship Id="rId30" Type="http://schemas.openxmlformats.org/officeDocument/2006/relationships/slideLayout" Target="../slideLayouts/slideLayout96.xml"/><Relationship Id="rId8" Type="http://schemas.openxmlformats.org/officeDocument/2006/relationships/slideLayout" Target="../slideLayouts/slideLayout7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729867"/>
            <a:ext cx="10290000" cy="44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841848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729867"/>
            <a:ext cx="10290000" cy="44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813691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  <p:sldLayoutId id="2147483707" r:id="rId13"/>
    <p:sldLayoutId id="2147483708" r:id="rId14"/>
    <p:sldLayoutId id="2147483709" r:id="rId15"/>
    <p:sldLayoutId id="2147483710" r:id="rId16"/>
    <p:sldLayoutId id="2147483711" r:id="rId17"/>
    <p:sldLayoutId id="2147483712" r:id="rId18"/>
    <p:sldLayoutId id="2147483713" r:id="rId19"/>
    <p:sldLayoutId id="2147483714" r:id="rId20"/>
    <p:sldLayoutId id="2147483715" r:id="rId21"/>
    <p:sldLayoutId id="2147483716" r:id="rId22"/>
    <p:sldLayoutId id="2147483717" r:id="rId23"/>
    <p:sldLayoutId id="2147483718" r:id="rId24"/>
    <p:sldLayoutId id="2147483719" r:id="rId25"/>
    <p:sldLayoutId id="2147483720" r:id="rId26"/>
    <p:sldLayoutId id="2147483721" r:id="rId27"/>
    <p:sldLayoutId id="2147483722" r:id="rId28"/>
    <p:sldLayoutId id="2147483723" r:id="rId29"/>
    <p:sldLayoutId id="2147483724" r:id="rId30"/>
    <p:sldLayoutId id="2147483725" r:id="rId31"/>
    <p:sldLayoutId id="2147483726" r:id="rId32"/>
    <p:sldLayoutId id="2147483727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729867"/>
            <a:ext cx="10290000" cy="44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Inter"/>
              <a:buChar char="■"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7434796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48" r:id="rId20"/>
    <p:sldLayoutId id="2147483749" r:id="rId21"/>
    <p:sldLayoutId id="2147483750" r:id="rId22"/>
    <p:sldLayoutId id="2147483751" r:id="rId23"/>
    <p:sldLayoutId id="2147483752" r:id="rId24"/>
    <p:sldLayoutId id="2147483753" r:id="rId25"/>
    <p:sldLayoutId id="2147483754" r:id="rId26"/>
    <p:sldLayoutId id="2147483755" r:id="rId27"/>
    <p:sldLayoutId id="2147483756" r:id="rId28"/>
    <p:sldLayoutId id="2147483757" r:id="rId29"/>
    <p:sldLayoutId id="2147483758" r:id="rId30"/>
    <p:sldLayoutId id="2147483759" r:id="rId31"/>
    <p:sldLayoutId id="2147483760" r:id="rId32"/>
    <p:sldLayoutId id="2147483761" r:id="rId3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3" name="Google Shape;1623;p38"/>
          <p:cNvGrpSpPr/>
          <p:nvPr/>
        </p:nvGrpSpPr>
        <p:grpSpPr>
          <a:xfrm>
            <a:off x="3632243" y="-2489133"/>
            <a:ext cx="3667491" cy="3655888"/>
            <a:chOff x="2724182" y="-1866850"/>
            <a:chExt cx="2750618" cy="2741916"/>
          </a:xfrm>
        </p:grpSpPr>
        <p:sp>
          <p:nvSpPr>
            <p:cNvPr id="1624" name="Google Shape;1624;p38"/>
            <p:cNvSpPr/>
            <p:nvPr/>
          </p:nvSpPr>
          <p:spPr>
            <a:xfrm>
              <a:off x="2822200" y="-1866850"/>
              <a:ext cx="2652600" cy="2637300"/>
            </a:xfrm>
            <a:prstGeom prst="ellipse">
              <a:avLst/>
            </a:prstGeom>
            <a:solidFill>
              <a:srgbClr val="FFFFFF">
                <a:alpha val="358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grpSp>
          <p:nvGrpSpPr>
            <p:cNvPr id="1625" name="Google Shape;1625;p38"/>
            <p:cNvGrpSpPr/>
            <p:nvPr/>
          </p:nvGrpSpPr>
          <p:grpSpPr>
            <a:xfrm rot="-5400000" flipH="1">
              <a:off x="2724854" y="-1701422"/>
              <a:ext cx="2575817" cy="2577160"/>
              <a:chOff x="1550275" y="1493275"/>
              <a:chExt cx="1582100" cy="1582925"/>
            </a:xfrm>
          </p:grpSpPr>
          <p:sp>
            <p:nvSpPr>
              <p:cNvPr id="1626" name="Google Shape;1626;p38"/>
              <p:cNvSpPr/>
              <p:nvPr/>
            </p:nvSpPr>
            <p:spPr>
              <a:xfrm>
                <a:off x="1650275" y="1594100"/>
                <a:ext cx="301650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66" h="12033" fill="none" extrusionOk="0">
                    <a:moveTo>
                      <a:pt x="1" y="12032"/>
                    </a:moveTo>
                    <a:lnTo>
                      <a:pt x="12065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27" name="Google Shape;1627;p38"/>
              <p:cNvSpPr/>
              <p:nvPr/>
            </p:nvSpPr>
            <p:spPr>
              <a:xfrm>
                <a:off x="1560025" y="1503850"/>
                <a:ext cx="648800" cy="647975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19" fill="none" extrusionOk="0">
                    <a:moveTo>
                      <a:pt x="1" y="25919"/>
                    </a:moveTo>
                    <a:lnTo>
                      <a:pt x="25952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28" name="Google Shape;1628;p38"/>
              <p:cNvSpPr/>
              <p:nvPr/>
            </p:nvSpPr>
            <p:spPr>
              <a:xfrm>
                <a:off x="1550275" y="149327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1" y="33398"/>
                    </a:moveTo>
                    <a:lnTo>
                      <a:pt x="33366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29" name="Google Shape;1629;p38"/>
              <p:cNvSpPr/>
              <p:nvPr/>
            </p:nvSpPr>
            <p:spPr>
              <a:xfrm>
                <a:off x="1571425" y="1514425"/>
                <a:ext cx="957725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09" h="38341" fill="none" extrusionOk="0">
                    <a:moveTo>
                      <a:pt x="0" y="38341"/>
                    </a:moveTo>
                    <a:lnTo>
                      <a:pt x="3830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0" name="Google Shape;1630;p38"/>
              <p:cNvSpPr/>
              <p:nvPr/>
            </p:nvSpPr>
            <p:spPr>
              <a:xfrm>
                <a:off x="1612875" y="1555875"/>
                <a:ext cx="10414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59" h="41691" fill="none" extrusionOk="0">
                    <a:moveTo>
                      <a:pt x="1" y="41691"/>
                    </a:moveTo>
                    <a:lnTo>
                      <a:pt x="41658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1" name="Google Shape;1631;p38"/>
              <p:cNvSpPr/>
              <p:nvPr/>
            </p:nvSpPr>
            <p:spPr>
              <a:xfrm>
                <a:off x="1669800" y="1613600"/>
                <a:ext cx="1093475" cy="1092675"/>
              </a:xfrm>
              <a:custGeom>
                <a:avLst/>
                <a:gdLst/>
                <a:ahLst/>
                <a:cxnLst/>
                <a:rect l="l" t="t" r="r" b="b"/>
                <a:pathLst>
                  <a:path w="43739" h="43707" fill="none" extrusionOk="0">
                    <a:moveTo>
                      <a:pt x="0" y="43707"/>
                    </a:moveTo>
                    <a:lnTo>
                      <a:pt x="4373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2" name="Google Shape;1632;p38"/>
              <p:cNvSpPr/>
              <p:nvPr/>
            </p:nvSpPr>
            <p:spPr>
              <a:xfrm>
                <a:off x="1735631" y="1684323"/>
                <a:ext cx="1122767" cy="1115752"/>
              </a:xfrm>
              <a:custGeom>
                <a:avLst/>
                <a:gdLst/>
                <a:ahLst/>
                <a:cxnLst/>
                <a:rect l="l" t="t" r="r" b="b"/>
                <a:pathLst>
                  <a:path w="75837" h="75837" fill="none" extrusionOk="0">
                    <a:moveTo>
                      <a:pt x="1" y="75836"/>
                    </a:moveTo>
                    <a:lnTo>
                      <a:pt x="75837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3" name="Google Shape;1633;p38"/>
              <p:cNvSpPr/>
              <p:nvPr/>
            </p:nvSpPr>
            <p:spPr>
              <a:xfrm>
                <a:off x="1781330" y="1767253"/>
                <a:ext cx="1160811" cy="1151585"/>
              </a:xfrm>
              <a:custGeom>
                <a:avLst/>
                <a:gdLst/>
                <a:ahLst/>
                <a:cxnLst/>
                <a:rect l="l" t="t" r="r" b="b"/>
                <a:pathLst>
                  <a:path w="75870" h="75837" fill="none" extrusionOk="0">
                    <a:moveTo>
                      <a:pt x="1" y="75836"/>
                    </a:moveTo>
                    <a:lnTo>
                      <a:pt x="75869" y="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4" name="Google Shape;1634;p38"/>
              <p:cNvSpPr/>
              <p:nvPr/>
            </p:nvSpPr>
            <p:spPr>
              <a:xfrm>
                <a:off x="1891023" y="1863197"/>
                <a:ext cx="1121111" cy="1119801"/>
              </a:xfrm>
              <a:custGeom>
                <a:avLst/>
                <a:gdLst/>
                <a:ahLst/>
                <a:cxnLst/>
                <a:rect l="l" t="t" r="r" b="b"/>
                <a:pathLst>
                  <a:path w="74828" h="74828" fill="none" extrusionOk="0">
                    <a:moveTo>
                      <a:pt x="0" y="74828"/>
                    </a:moveTo>
                    <a:lnTo>
                      <a:pt x="74828" y="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5" name="Google Shape;1635;p38"/>
              <p:cNvSpPr/>
              <p:nvPr/>
            </p:nvSpPr>
            <p:spPr>
              <a:xfrm>
                <a:off x="2027500" y="1971325"/>
                <a:ext cx="1042275" cy="1042275"/>
              </a:xfrm>
              <a:custGeom>
                <a:avLst/>
                <a:gdLst/>
                <a:ahLst/>
                <a:cxnLst/>
                <a:rect l="l" t="t" r="r" b="b"/>
                <a:pathLst>
                  <a:path w="41691" h="41691" fill="none" extrusionOk="0">
                    <a:moveTo>
                      <a:pt x="41691" y="0"/>
                    </a:moveTo>
                    <a:lnTo>
                      <a:pt x="1" y="41690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6" name="Google Shape;1636;p38"/>
              <p:cNvSpPr/>
              <p:nvPr/>
            </p:nvSpPr>
            <p:spPr>
              <a:xfrm>
                <a:off x="2152700" y="2096525"/>
                <a:ext cx="958550" cy="958525"/>
              </a:xfrm>
              <a:custGeom>
                <a:avLst/>
                <a:gdLst/>
                <a:ahLst/>
                <a:cxnLst/>
                <a:rect l="l" t="t" r="r" b="b"/>
                <a:pathLst>
                  <a:path w="38342" h="38341" fill="none" extrusionOk="0">
                    <a:moveTo>
                      <a:pt x="38341" y="0"/>
                    </a:moveTo>
                    <a:lnTo>
                      <a:pt x="1" y="3834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7" name="Google Shape;1637;p38"/>
              <p:cNvSpPr/>
              <p:nvPr/>
            </p:nvSpPr>
            <p:spPr>
              <a:xfrm>
                <a:off x="2298225" y="2241225"/>
                <a:ext cx="834150" cy="834975"/>
              </a:xfrm>
              <a:custGeom>
                <a:avLst/>
                <a:gdLst/>
                <a:ahLst/>
                <a:cxnLst/>
                <a:rect l="l" t="t" r="r" b="b"/>
                <a:pathLst>
                  <a:path w="33366" h="33399" fill="none" extrusionOk="0">
                    <a:moveTo>
                      <a:pt x="33366" y="1"/>
                    </a:moveTo>
                    <a:lnTo>
                      <a:pt x="1" y="33398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8" name="Google Shape;1638;p38"/>
              <p:cNvSpPr/>
              <p:nvPr/>
            </p:nvSpPr>
            <p:spPr>
              <a:xfrm>
                <a:off x="2473825" y="2417650"/>
                <a:ext cx="648800" cy="648800"/>
              </a:xfrm>
              <a:custGeom>
                <a:avLst/>
                <a:gdLst/>
                <a:ahLst/>
                <a:cxnLst/>
                <a:rect l="l" t="t" r="r" b="b"/>
                <a:pathLst>
                  <a:path w="25952" h="25952" fill="none" extrusionOk="0">
                    <a:moveTo>
                      <a:pt x="25952" y="0"/>
                    </a:moveTo>
                    <a:lnTo>
                      <a:pt x="1" y="25951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  <p:sp>
            <p:nvSpPr>
              <p:cNvPr id="1639" name="Google Shape;1639;p38"/>
              <p:cNvSpPr/>
              <p:nvPr/>
            </p:nvSpPr>
            <p:spPr>
              <a:xfrm>
                <a:off x="2730750" y="2674550"/>
                <a:ext cx="300825" cy="300825"/>
              </a:xfrm>
              <a:custGeom>
                <a:avLst/>
                <a:gdLst/>
                <a:ahLst/>
                <a:cxnLst/>
                <a:rect l="l" t="t" r="r" b="b"/>
                <a:pathLst>
                  <a:path w="12033" h="12033" fill="none" extrusionOk="0">
                    <a:moveTo>
                      <a:pt x="12032" y="1"/>
                    </a:moveTo>
                    <a:lnTo>
                      <a:pt x="0" y="12033"/>
                    </a:lnTo>
                  </a:path>
                </a:pathLst>
              </a:custGeom>
              <a:noFill/>
              <a:ln w="19050" cap="rnd" cmpd="sng">
                <a:solidFill>
                  <a:schemeClr val="accent1"/>
                </a:solidFill>
                <a:prstDash val="solid"/>
                <a:miter lim="32519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>
                  <a:buClr>
                    <a:srgbClr val="000000"/>
                  </a:buClr>
                  <a:buFont typeface="Arial"/>
                  <a:buNone/>
                </a:pPr>
                <a:endParaRPr sz="1867" kern="0">
                  <a:solidFill>
                    <a:srgbClr val="000000"/>
                  </a:solidFill>
                  <a:cs typeface="Arial"/>
                  <a:sym typeface="Arial"/>
                </a:endParaRPr>
              </a:p>
            </p:txBody>
          </p:sp>
        </p:grpSp>
      </p:grpSp>
      <p:sp>
        <p:nvSpPr>
          <p:cNvPr id="1640" name="Google Shape;1640;p38"/>
          <p:cNvSpPr txBox="1">
            <a:spLocks noGrp="1"/>
          </p:cNvSpPr>
          <p:nvPr>
            <p:ph type="ctrTitle"/>
          </p:nvPr>
        </p:nvSpPr>
        <p:spPr>
          <a:xfrm>
            <a:off x="293570" y="1574775"/>
            <a:ext cx="8218082" cy="18060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phần mềm </a:t>
            </a:r>
            <a:r>
              <a:rPr lang="en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400" b="1" dirty="0" smtClean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Soak </a:t>
            </a:r>
            <a:r>
              <a:rPr lang="en-US" sz="4400" b="1" dirty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testing (</a:t>
            </a:r>
            <a:r>
              <a:rPr lang="en-US" sz="4400" b="1" dirty="0" err="1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lang="en-US" sz="4400" b="1" dirty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lang="en-US" sz="4400" b="1" dirty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4400" b="1" dirty="0" err="1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4400" b="1" dirty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tìm</a:t>
            </a:r>
            <a:r>
              <a:rPr lang="en-US" sz="4400" b="1" dirty="0">
                <a:solidFill>
                  <a:schemeClr val="l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memory leak/connection leak.</a:t>
            </a:r>
            <a:endParaRPr sz="4400" b="1" dirty="0">
              <a:solidFill>
                <a:schemeClr val="l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41" name="Google Shape;1641;p38"/>
          <p:cNvSpPr txBox="1">
            <a:spLocks noGrp="1"/>
          </p:cNvSpPr>
          <p:nvPr>
            <p:ph type="subTitle" idx="1"/>
          </p:nvPr>
        </p:nvSpPr>
        <p:spPr>
          <a:xfrm>
            <a:off x="862233" y="4310832"/>
            <a:ext cx="5614800" cy="1520341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Giảng viên: ThS. Phạm Trọng  Huynh</a:t>
            </a:r>
          </a:p>
          <a:p>
            <a:pPr marL="0" indent="0"/>
            <a:r>
              <a:rPr lang="e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Sinh  viên thực hiện: Trần Trọng Hiếu</a:t>
            </a:r>
          </a:p>
          <a:p>
            <a:pPr marL="0" indent="0"/>
            <a:r>
              <a:rPr lang="e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MSSV: 1150080093</a:t>
            </a:r>
          </a:p>
          <a:p>
            <a:pPr marL="0" indent="0"/>
            <a:r>
              <a:rPr lang="e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Lớp: CNPM2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42" name="Google Shape;1642;p38"/>
          <p:cNvCxnSpPr/>
          <p:nvPr/>
        </p:nvCxnSpPr>
        <p:spPr>
          <a:xfrm>
            <a:off x="1022433" y="4190996"/>
            <a:ext cx="50736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643" name="Google Shape;1643;p38"/>
          <p:cNvGrpSpPr/>
          <p:nvPr/>
        </p:nvGrpSpPr>
        <p:grpSpPr>
          <a:xfrm>
            <a:off x="7096523" y="2241600"/>
            <a:ext cx="4484019" cy="2578001"/>
            <a:chOff x="5067767" y="1625852"/>
            <a:chExt cx="3363014" cy="1933501"/>
          </a:xfrm>
        </p:grpSpPr>
        <p:sp>
          <p:nvSpPr>
            <p:cNvPr id="1644" name="Google Shape;1644;p38"/>
            <p:cNvSpPr/>
            <p:nvPr/>
          </p:nvSpPr>
          <p:spPr>
            <a:xfrm>
              <a:off x="8012284" y="2267957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1"/>
                  </a:moveTo>
                  <a:cubicBezTo>
                    <a:pt x="55" y="1"/>
                    <a:pt x="0" y="56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45" name="Google Shape;1645;p38"/>
            <p:cNvSpPr/>
            <p:nvPr/>
          </p:nvSpPr>
          <p:spPr>
            <a:xfrm>
              <a:off x="7831446" y="2267957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46" name="Google Shape;1646;p38"/>
            <p:cNvSpPr/>
            <p:nvPr/>
          </p:nvSpPr>
          <p:spPr>
            <a:xfrm>
              <a:off x="7860184" y="2274264"/>
              <a:ext cx="138145" cy="2867"/>
            </a:xfrm>
            <a:custGeom>
              <a:avLst/>
              <a:gdLst/>
              <a:ahLst/>
              <a:cxnLst/>
              <a:rect l="l" t="t" r="r" b="b"/>
              <a:pathLst>
                <a:path w="2168" h="45" extrusionOk="0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cubicBezTo>
                    <a:pt x="1" y="34"/>
                    <a:pt x="12" y="45"/>
                    <a:pt x="23" y="45"/>
                  </a:cubicBezTo>
                  <a:lnTo>
                    <a:pt x="2156" y="45"/>
                  </a:lnTo>
                  <a:cubicBezTo>
                    <a:pt x="2167" y="45"/>
                    <a:pt x="2167" y="34"/>
                    <a:pt x="2167" y="23"/>
                  </a:cubicBezTo>
                  <a:cubicBezTo>
                    <a:pt x="2167" y="12"/>
                    <a:pt x="2167" y="1"/>
                    <a:pt x="2156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47" name="Google Shape;1647;p38"/>
            <p:cNvSpPr/>
            <p:nvPr/>
          </p:nvSpPr>
          <p:spPr>
            <a:xfrm>
              <a:off x="7831446" y="2448712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48" name="Google Shape;1648;p38"/>
            <p:cNvSpPr/>
            <p:nvPr/>
          </p:nvSpPr>
          <p:spPr>
            <a:xfrm>
              <a:off x="7837754" y="2296692"/>
              <a:ext cx="2867" cy="138766"/>
            </a:xfrm>
            <a:custGeom>
              <a:avLst/>
              <a:gdLst/>
              <a:ahLst/>
              <a:cxnLst/>
              <a:rect l="l" t="t" r="r" b="b"/>
              <a:pathLst>
                <a:path w="45" h="2178" extrusionOk="0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lnTo>
                    <a:pt x="1" y="2156"/>
                  </a:lnTo>
                  <a:cubicBezTo>
                    <a:pt x="1" y="2167"/>
                    <a:pt x="12" y="2178"/>
                    <a:pt x="23" y="2178"/>
                  </a:cubicBezTo>
                  <a:cubicBezTo>
                    <a:pt x="34" y="2178"/>
                    <a:pt x="45" y="2167"/>
                    <a:pt x="45" y="2156"/>
                  </a:cubicBezTo>
                  <a:lnTo>
                    <a:pt x="45" y="23"/>
                  </a:lnTo>
                  <a:cubicBezTo>
                    <a:pt x="45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49" name="Google Shape;1649;p38"/>
            <p:cNvSpPr/>
            <p:nvPr/>
          </p:nvSpPr>
          <p:spPr>
            <a:xfrm>
              <a:off x="7650671" y="2448712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99" y="243"/>
                    <a:pt x="243" y="188"/>
                    <a:pt x="243" y="122"/>
                  </a:cubicBezTo>
                  <a:cubicBezTo>
                    <a:pt x="243" y="56"/>
                    <a:pt x="199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0" name="Google Shape;1650;p38"/>
            <p:cNvSpPr/>
            <p:nvPr/>
          </p:nvSpPr>
          <p:spPr>
            <a:xfrm>
              <a:off x="7680110" y="2455020"/>
              <a:ext cx="138081" cy="2867"/>
            </a:xfrm>
            <a:custGeom>
              <a:avLst/>
              <a:gdLst/>
              <a:ahLst/>
              <a:cxnLst/>
              <a:rect l="l" t="t" r="r" b="b"/>
              <a:pathLst>
                <a:path w="2167" h="45" extrusionOk="0">
                  <a:moveTo>
                    <a:pt x="11" y="1"/>
                  </a:moveTo>
                  <a:cubicBezTo>
                    <a:pt x="0" y="1"/>
                    <a:pt x="0" y="12"/>
                    <a:pt x="0" y="23"/>
                  </a:cubicBezTo>
                  <a:cubicBezTo>
                    <a:pt x="0" y="34"/>
                    <a:pt x="0" y="45"/>
                    <a:pt x="11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1" name="Google Shape;1651;p38"/>
            <p:cNvSpPr/>
            <p:nvPr/>
          </p:nvSpPr>
          <p:spPr>
            <a:xfrm>
              <a:off x="7650671" y="2628830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0"/>
                  </a:moveTo>
                  <a:cubicBezTo>
                    <a:pt x="56" y="0"/>
                    <a:pt x="1" y="55"/>
                    <a:pt x="1" y="121"/>
                  </a:cubicBezTo>
                  <a:cubicBezTo>
                    <a:pt x="1" y="198"/>
                    <a:pt x="56" y="242"/>
                    <a:pt x="122" y="242"/>
                  </a:cubicBezTo>
                  <a:cubicBezTo>
                    <a:pt x="199" y="242"/>
                    <a:pt x="243" y="198"/>
                    <a:pt x="243" y="121"/>
                  </a:cubicBezTo>
                  <a:cubicBezTo>
                    <a:pt x="243" y="55"/>
                    <a:pt x="199" y="0"/>
                    <a:pt x="1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2" name="Google Shape;1652;p38"/>
            <p:cNvSpPr/>
            <p:nvPr/>
          </p:nvSpPr>
          <p:spPr>
            <a:xfrm>
              <a:off x="7657681" y="2477447"/>
              <a:ext cx="2166" cy="138129"/>
            </a:xfrm>
            <a:custGeom>
              <a:avLst/>
              <a:gdLst/>
              <a:ahLst/>
              <a:cxnLst/>
              <a:rect l="l" t="t" r="r" b="b"/>
              <a:pathLst>
                <a:path w="34" h="2168" extrusionOk="0">
                  <a:moveTo>
                    <a:pt x="12" y="1"/>
                  </a:moveTo>
                  <a:cubicBezTo>
                    <a:pt x="1" y="1"/>
                    <a:pt x="1" y="12"/>
                    <a:pt x="1" y="23"/>
                  </a:cubicBezTo>
                  <a:lnTo>
                    <a:pt x="1" y="2145"/>
                  </a:lnTo>
                  <a:cubicBezTo>
                    <a:pt x="1" y="2156"/>
                    <a:pt x="1" y="2167"/>
                    <a:pt x="12" y="2167"/>
                  </a:cubicBezTo>
                  <a:cubicBezTo>
                    <a:pt x="23" y="2167"/>
                    <a:pt x="34" y="2156"/>
                    <a:pt x="34" y="2145"/>
                  </a:cubicBezTo>
                  <a:lnTo>
                    <a:pt x="34" y="23"/>
                  </a:lnTo>
                  <a:cubicBezTo>
                    <a:pt x="34" y="12"/>
                    <a:pt x="23" y="1"/>
                    <a:pt x="1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3" name="Google Shape;1653;p38"/>
            <p:cNvSpPr/>
            <p:nvPr/>
          </p:nvSpPr>
          <p:spPr>
            <a:xfrm>
              <a:off x="7470598" y="2628830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98"/>
                    <a:pt x="55" y="242"/>
                    <a:pt x="121" y="242"/>
                  </a:cubicBezTo>
                  <a:cubicBezTo>
                    <a:pt x="187" y="242"/>
                    <a:pt x="242" y="198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4" name="Google Shape;1654;p38"/>
            <p:cNvSpPr/>
            <p:nvPr/>
          </p:nvSpPr>
          <p:spPr>
            <a:xfrm>
              <a:off x="7499336" y="2635838"/>
              <a:ext cx="138081" cy="2166"/>
            </a:xfrm>
            <a:custGeom>
              <a:avLst/>
              <a:gdLst/>
              <a:ahLst/>
              <a:cxnLst/>
              <a:rect l="l" t="t" r="r" b="b"/>
              <a:pathLst>
                <a:path w="2167" h="34" extrusionOk="0">
                  <a:moveTo>
                    <a:pt x="22" y="0"/>
                  </a:moveTo>
                  <a:cubicBezTo>
                    <a:pt x="11" y="0"/>
                    <a:pt x="0" y="0"/>
                    <a:pt x="0" y="11"/>
                  </a:cubicBezTo>
                  <a:cubicBezTo>
                    <a:pt x="0" y="22"/>
                    <a:pt x="11" y="33"/>
                    <a:pt x="22" y="33"/>
                  </a:cubicBezTo>
                  <a:lnTo>
                    <a:pt x="2145" y="33"/>
                  </a:lnTo>
                  <a:cubicBezTo>
                    <a:pt x="2156" y="33"/>
                    <a:pt x="2167" y="22"/>
                    <a:pt x="2167" y="11"/>
                  </a:cubicBezTo>
                  <a:cubicBezTo>
                    <a:pt x="2167" y="0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5" name="Google Shape;1655;p38"/>
            <p:cNvSpPr/>
            <p:nvPr/>
          </p:nvSpPr>
          <p:spPr>
            <a:xfrm>
              <a:off x="7470598" y="2809585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6" name="Google Shape;1656;p38"/>
            <p:cNvSpPr/>
            <p:nvPr/>
          </p:nvSpPr>
          <p:spPr>
            <a:xfrm>
              <a:off x="7476906" y="2658266"/>
              <a:ext cx="2867" cy="138065"/>
            </a:xfrm>
            <a:custGeom>
              <a:avLst/>
              <a:gdLst/>
              <a:ahLst/>
              <a:cxnLst/>
              <a:rect l="l" t="t" r="r" b="b"/>
              <a:pathLst>
                <a:path w="45" h="2167" extrusionOk="0">
                  <a:moveTo>
                    <a:pt x="22" y="0"/>
                  </a:moveTo>
                  <a:cubicBezTo>
                    <a:pt x="11" y="0"/>
                    <a:pt x="0" y="0"/>
                    <a:pt x="0" y="11"/>
                  </a:cubicBezTo>
                  <a:lnTo>
                    <a:pt x="0" y="2144"/>
                  </a:lnTo>
                  <a:cubicBezTo>
                    <a:pt x="0" y="2155"/>
                    <a:pt x="11" y="2166"/>
                    <a:pt x="22" y="2166"/>
                  </a:cubicBezTo>
                  <a:cubicBezTo>
                    <a:pt x="33" y="2166"/>
                    <a:pt x="44" y="2155"/>
                    <a:pt x="44" y="2144"/>
                  </a:cubicBezTo>
                  <a:lnTo>
                    <a:pt x="44" y="11"/>
                  </a:lnTo>
                  <a:cubicBezTo>
                    <a:pt x="44" y="0"/>
                    <a:pt x="33" y="0"/>
                    <a:pt x="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7" name="Google Shape;1657;p38"/>
            <p:cNvSpPr/>
            <p:nvPr/>
          </p:nvSpPr>
          <p:spPr>
            <a:xfrm>
              <a:off x="7289823" y="2809585"/>
              <a:ext cx="15420" cy="15482"/>
            </a:xfrm>
            <a:custGeom>
              <a:avLst/>
              <a:gdLst/>
              <a:ahLst/>
              <a:cxnLst/>
              <a:rect l="l" t="t" r="r" b="b"/>
              <a:pathLst>
                <a:path w="242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8" name="Google Shape;1658;p38"/>
            <p:cNvSpPr/>
            <p:nvPr/>
          </p:nvSpPr>
          <p:spPr>
            <a:xfrm>
              <a:off x="7318497" y="2815893"/>
              <a:ext cx="138846" cy="2867"/>
            </a:xfrm>
            <a:custGeom>
              <a:avLst/>
              <a:gdLst/>
              <a:ahLst/>
              <a:cxnLst/>
              <a:rect l="l" t="t" r="r" b="b"/>
              <a:pathLst>
                <a:path w="2179" h="45" extrusionOk="0">
                  <a:moveTo>
                    <a:pt x="23" y="0"/>
                  </a:moveTo>
                  <a:cubicBezTo>
                    <a:pt x="12" y="0"/>
                    <a:pt x="1" y="11"/>
                    <a:pt x="1" y="22"/>
                  </a:cubicBezTo>
                  <a:cubicBezTo>
                    <a:pt x="1" y="33"/>
                    <a:pt x="12" y="44"/>
                    <a:pt x="23" y="44"/>
                  </a:cubicBezTo>
                  <a:lnTo>
                    <a:pt x="2156" y="44"/>
                  </a:lnTo>
                  <a:cubicBezTo>
                    <a:pt x="2167" y="44"/>
                    <a:pt x="2178" y="33"/>
                    <a:pt x="2178" y="22"/>
                  </a:cubicBezTo>
                  <a:cubicBezTo>
                    <a:pt x="2178" y="11"/>
                    <a:pt x="2167" y="0"/>
                    <a:pt x="2156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59" name="Google Shape;1659;p38"/>
            <p:cNvSpPr/>
            <p:nvPr/>
          </p:nvSpPr>
          <p:spPr>
            <a:xfrm>
              <a:off x="7289823" y="2990340"/>
              <a:ext cx="15420" cy="15482"/>
            </a:xfrm>
            <a:custGeom>
              <a:avLst/>
              <a:gdLst/>
              <a:ahLst/>
              <a:cxnLst/>
              <a:rect l="l" t="t" r="r" b="b"/>
              <a:pathLst>
                <a:path w="242" h="243" extrusionOk="0">
                  <a:moveTo>
                    <a:pt x="121" y="1"/>
                  </a:moveTo>
                  <a:cubicBezTo>
                    <a:pt x="55" y="1"/>
                    <a:pt x="0" y="45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45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0" name="Google Shape;1660;p38"/>
            <p:cNvSpPr/>
            <p:nvPr/>
          </p:nvSpPr>
          <p:spPr>
            <a:xfrm>
              <a:off x="7296131" y="2838320"/>
              <a:ext cx="2867" cy="138065"/>
            </a:xfrm>
            <a:custGeom>
              <a:avLst/>
              <a:gdLst/>
              <a:ahLst/>
              <a:cxnLst/>
              <a:rect l="l" t="t" r="r" b="b"/>
              <a:pathLst>
                <a:path w="45" h="2167" extrusionOk="0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lnTo>
                    <a:pt x="0" y="2156"/>
                  </a:lnTo>
                  <a:cubicBezTo>
                    <a:pt x="0" y="2156"/>
                    <a:pt x="11" y="2167"/>
                    <a:pt x="22" y="2167"/>
                  </a:cubicBezTo>
                  <a:cubicBezTo>
                    <a:pt x="33" y="2167"/>
                    <a:pt x="44" y="2156"/>
                    <a:pt x="44" y="2156"/>
                  </a:cubicBezTo>
                  <a:lnTo>
                    <a:pt x="44" y="22"/>
                  </a:lnTo>
                  <a:cubicBezTo>
                    <a:pt x="44" y="11"/>
                    <a:pt x="33" y="0"/>
                    <a:pt x="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1" name="Google Shape;1661;p38"/>
            <p:cNvSpPr/>
            <p:nvPr/>
          </p:nvSpPr>
          <p:spPr>
            <a:xfrm>
              <a:off x="7289823" y="3170395"/>
              <a:ext cx="15420" cy="15482"/>
            </a:xfrm>
            <a:custGeom>
              <a:avLst/>
              <a:gdLst/>
              <a:ahLst/>
              <a:cxnLst/>
              <a:rect l="l" t="t" r="r" b="b"/>
              <a:pathLst>
                <a:path w="242" h="243" extrusionOk="0">
                  <a:moveTo>
                    <a:pt x="121" y="1"/>
                  </a:moveTo>
                  <a:cubicBezTo>
                    <a:pt x="55" y="1"/>
                    <a:pt x="0" y="56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2" name="Google Shape;1662;p38"/>
            <p:cNvSpPr/>
            <p:nvPr/>
          </p:nvSpPr>
          <p:spPr>
            <a:xfrm>
              <a:off x="7296131" y="3019075"/>
              <a:ext cx="2867" cy="138065"/>
            </a:xfrm>
            <a:custGeom>
              <a:avLst/>
              <a:gdLst/>
              <a:ahLst/>
              <a:cxnLst/>
              <a:rect l="l" t="t" r="r" b="b"/>
              <a:pathLst>
                <a:path w="45" h="2167" extrusionOk="0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lnTo>
                    <a:pt x="0" y="2145"/>
                  </a:lnTo>
                  <a:cubicBezTo>
                    <a:pt x="0" y="2156"/>
                    <a:pt x="11" y="2167"/>
                    <a:pt x="22" y="2167"/>
                  </a:cubicBezTo>
                  <a:cubicBezTo>
                    <a:pt x="33" y="2167"/>
                    <a:pt x="44" y="2156"/>
                    <a:pt x="44" y="2145"/>
                  </a:cubicBezTo>
                  <a:lnTo>
                    <a:pt x="44" y="23"/>
                  </a:lnTo>
                  <a:cubicBezTo>
                    <a:pt x="44" y="12"/>
                    <a:pt x="33" y="1"/>
                    <a:pt x="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3" name="Google Shape;1663;p38"/>
            <p:cNvSpPr/>
            <p:nvPr/>
          </p:nvSpPr>
          <p:spPr>
            <a:xfrm>
              <a:off x="7109686" y="3170395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1"/>
                  </a:moveTo>
                  <a:cubicBezTo>
                    <a:pt x="45" y="1"/>
                    <a:pt x="1" y="56"/>
                    <a:pt x="1" y="122"/>
                  </a:cubicBezTo>
                  <a:cubicBezTo>
                    <a:pt x="1" y="188"/>
                    <a:pt x="45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4" name="Google Shape;1664;p38"/>
            <p:cNvSpPr/>
            <p:nvPr/>
          </p:nvSpPr>
          <p:spPr>
            <a:xfrm>
              <a:off x="7138424" y="3176702"/>
              <a:ext cx="138145" cy="2867"/>
            </a:xfrm>
            <a:custGeom>
              <a:avLst/>
              <a:gdLst/>
              <a:ahLst/>
              <a:cxnLst/>
              <a:rect l="l" t="t" r="r" b="b"/>
              <a:pathLst>
                <a:path w="2168" h="45" extrusionOk="0">
                  <a:moveTo>
                    <a:pt x="12" y="1"/>
                  </a:moveTo>
                  <a:cubicBezTo>
                    <a:pt x="12" y="1"/>
                    <a:pt x="1" y="12"/>
                    <a:pt x="1" y="23"/>
                  </a:cubicBezTo>
                  <a:cubicBezTo>
                    <a:pt x="1" y="34"/>
                    <a:pt x="12" y="45"/>
                    <a:pt x="12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5" name="Google Shape;1665;p38"/>
            <p:cNvSpPr/>
            <p:nvPr/>
          </p:nvSpPr>
          <p:spPr>
            <a:xfrm>
              <a:off x="6928911" y="3170395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6" name="Google Shape;1666;p38"/>
            <p:cNvSpPr/>
            <p:nvPr/>
          </p:nvSpPr>
          <p:spPr>
            <a:xfrm>
              <a:off x="6957649" y="3176702"/>
              <a:ext cx="138081" cy="2867"/>
            </a:xfrm>
            <a:custGeom>
              <a:avLst/>
              <a:gdLst/>
              <a:ahLst/>
              <a:cxnLst/>
              <a:rect l="l" t="t" r="r" b="b"/>
              <a:pathLst>
                <a:path w="2167" h="45" extrusionOk="0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cubicBezTo>
                    <a:pt x="0" y="34"/>
                    <a:pt x="11" y="45"/>
                    <a:pt x="22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7" name="Google Shape;1667;p38"/>
            <p:cNvSpPr/>
            <p:nvPr/>
          </p:nvSpPr>
          <p:spPr>
            <a:xfrm>
              <a:off x="6748136" y="3170395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1"/>
                  </a:moveTo>
                  <a:cubicBezTo>
                    <a:pt x="55" y="1"/>
                    <a:pt x="0" y="56"/>
                    <a:pt x="0" y="122"/>
                  </a:cubicBezTo>
                  <a:cubicBezTo>
                    <a:pt x="0" y="188"/>
                    <a:pt x="55" y="243"/>
                    <a:pt x="121" y="243"/>
                  </a:cubicBezTo>
                  <a:cubicBezTo>
                    <a:pt x="187" y="243"/>
                    <a:pt x="242" y="188"/>
                    <a:pt x="242" y="122"/>
                  </a:cubicBezTo>
                  <a:cubicBezTo>
                    <a:pt x="242" y="56"/>
                    <a:pt x="187" y="1"/>
                    <a:pt x="121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8" name="Google Shape;1668;p38"/>
            <p:cNvSpPr/>
            <p:nvPr/>
          </p:nvSpPr>
          <p:spPr>
            <a:xfrm>
              <a:off x="6567999" y="3170395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1"/>
                  </a:moveTo>
                  <a:cubicBezTo>
                    <a:pt x="56" y="1"/>
                    <a:pt x="1" y="56"/>
                    <a:pt x="1" y="122"/>
                  </a:cubicBezTo>
                  <a:cubicBezTo>
                    <a:pt x="1" y="188"/>
                    <a:pt x="56" y="243"/>
                    <a:pt x="122" y="243"/>
                  </a:cubicBezTo>
                  <a:cubicBezTo>
                    <a:pt x="188" y="243"/>
                    <a:pt x="243" y="188"/>
                    <a:pt x="243" y="122"/>
                  </a:cubicBezTo>
                  <a:cubicBezTo>
                    <a:pt x="243" y="56"/>
                    <a:pt x="188" y="1"/>
                    <a:pt x="1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69" name="Google Shape;1669;p38"/>
            <p:cNvSpPr/>
            <p:nvPr/>
          </p:nvSpPr>
          <p:spPr>
            <a:xfrm>
              <a:off x="6596737" y="3176702"/>
              <a:ext cx="138145" cy="2867"/>
            </a:xfrm>
            <a:custGeom>
              <a:avLst/>
              <a:gdLst/>
              <a:ahLst/>
              <a:cxnLst/>
              <a:rect l="l" t="t" r="r" b="b"/>
              <a:pathLst>
                <a:path w="2168" h="45" extrusionOk="0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cubicBezTo>
                    <a:pt x="1" y="34"/>
                    <a:pt x="12" y="45"/>
                    <a:pt x="23" y="45"/>
                  </a:cubicBezTo>
                  <a:lnTo>
                    <a:pt x="2145" y="45"/>
                  </a:lnTo>
                  <a:cubicBezTo>
                    <a:pt x="2156" y="45"/>
                    <a:pt x="2167" y="34"/>
                    <a:pt x="2167" y="23"/>
                  </a:cubicBezTo>
                  <a:cubicBezTo>
                    <a:pt x="2167" y="12"/>
                    <a:pt x="2156" y="1"/>
                    <a:pt x="2145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0" name="Google Shape;1670;p38"/>
            <p:cNvSpPr/>
            <p:nvPr/>
          </p:nvSpPr>
          <p:spPr>
            <a:xfrm>
              <a:off x="7650671" y="3351213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0"/>
                  </a:moveTo>
                  <a:cubicBezTo>
                    <a:pt x="56" y="0"/>
                    <a:pt x="1" y="55"/>
                    <a:pt x="1" y="121"/>
                  </a:cubicBezTo>
                  <a:cubicBezTo>
                    <a:pt x="1" y="187"/>
                    <a:pt x="56" y="242"/>
                    <a:pt x="122" y="242"/>
                  </a:cubicBezTo>
                  <a:cubicBezTo>
                    <a:pt x="199" y="242"/>
                    <a:pt x="243" y="187"/>
                    <a:pt x="243" y="121"/>
                  </a:cubicBezTo>
                  <a:cubicBezTo>
                    <a:pt x="243" y="55"/>
                    <a:pt x="199" y="0"/>
                    <a:pt x="1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1" name="Google Shape;1671;p38"/>
            <p:cNvSpPr/>
            <p:nvPr/>
          </p:nvSpPr>
          <p:spPr>
            <a:xfrm>
              <a:off x="7470598" y="3351213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2" name="Google Shape;1672;p38"/>
            <p:cNvSpPr/>
            <p:nvPr/>
          </p:nvSpPr>
          <p:spPr>
            <a:xfrm>
              <a:off x="7499336" y="3357521"/>
              <a:ext cx="138081" cy="2867"/>
            </a:xfrm>
            <a:custGeom>
              <a:avLst/>
              <a:gdLst/>
              <a:ahLst/>
              <a:cxnLst/>
              <a:rect l="l" t="t" r="r" b="b"/>
              <a:pathLst>
                <a:path w="2167" h="45" extrusionOk="0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cubicBezTo>
                    <a:pt x="0" y="33"/>
                    <a:pt x="11" y="44"/>
                    <a:pt x="22" y="44"/>
                  </a:cubicBezTo>
                  <a:lnTo>
                    <a:pt x="2145" y="44"/>
                  </a:lnTo>
                  <a:cubicBezTo>
                    <a:pt x="2156" y="44"/>
                    <a:pt x="2167" y="33"/>
                    <a:pt x="2167" y="22"/>
                  </a:cubicBezTo>
                  <a:cubicBezTo>
                    <a:pt x="2167" y="11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3" name="Google Shape;1673;p38"/>
            <p:cNvSpPr/>
            <p:nvPr/>
          </p:nvSpPr>
          <p:spPr>
            <a:xfrm>
              <a:off x="7289823" y="3351213"/>
              <a:ext cx="15420" cy="15482"/>
            </a:xfrm>
            <a:custGeom>
              <a:avLst/>
              <a:gdLst/>
              <a:ahLst/>
              <a:cxnLst/>
              <a:rect l="l" t="t" r="r" b="b"/>
              <a:pathLst>
                <a:path w="242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4" name="Google Shape;1674;p38"/>
            <p:cNvSpPr/>
            <p:nvPr/>
          </p:nvSpPr>
          <p:spPr>
            <a:xfrm>
              <a:off x="7318497" y="3357521"/>
              <a:ext cx="138846" cy="2867"/>
            </a:xfrm>
            <a:custGeom>
              <a:avLst/>
              <a:gdLst/>
              <a:ahLst/>
              <a:cxnLst/>
              <a:rect l="l" t="t" r="r" b="b"/>
              <a:pathLst>
                <a:path w="2179" h="45" extrusionOk="0">
                  <a:moveTo>
                    <a:pt x="23" y="0"/>
                  </a:moveTo>
                  <a:cubicBezTo>
                    <a:pt x="12" y="0"/>
                    <a:pt x="1" y="11"/>
                    <a:pt x="1" y="22"/>
                  </a:cubicBezTo>
                  <a:cubicBezTo>
                    <a:pt x="1" y="33"/>
                    <a:pt x="12" y="44"/>
                    <a:pt x="23" y="44"/>
                  </a:cubicBezTo>
                  <a:lnTo>
                    <a:pt x="2156" y="44"/>
                  </a:lnTo>
                  <a:cubicBezTo>
                    <a:pt x="2167" y="44"/>
                    <a:pt x="2178" y="33"/>
                    <a:pt x="2178" y="22"/>
                  </a:cubicBezTo>
                  <a:cubicBezTo>
                    <a:pt x="2178" y="11"/>
                    <a:pt x="2167" y="0"/>
                    <a:pt x="2156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5" name="Google Shape;1675;p38"/>
            <p:cNvSpPr/>
            <p:nvPr/>
          </p:nvSpPr>
          <p:spPr>
            <a:xfrm>
              <a:off x="7109686" y="3351213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2" y="0"/>
                  </a:moveTo>
                  <a:cubicBezTo>
                    <a:pt x="45" y="0"/>
                    <a:pt x="1" y="55"/>
                    <a:pt x="1" y="121"/>
                  </a:cubicBezTo>
                  <a:cubicBezTo>
                    <a:pt x="1" y="187"/>
                    <a:pt x="45" y="242"/>
                    <a:pt x="122" y="242"/>
                  </a:cubicBezTo>
                  <a:cubicBezTo>
                    <a:pt x="188" y="242"/>
                    <a:pt x="243" y="187"/>
                    <a:pt x="243" y="121"/>
                  </a:cubicBezTo>
                  <a:cubicBezTo>
                    <a:pt x="243" y="55"/>
                    <a:pt x="188" y="0"/>
                    <a:pt x="122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6" name="Google Shape;1676;p38"/>
            <p:cNvSpPr/>
            <p:nvPr/>
          </p:nvSpPr>
          <p:spPr>
            <a:xfrm>
              <a:off x="7138424" y="3357521"/>
              <a:ext cx="138145" cy="2867"/>
            </a:xfrm>
            <a:custGeom>
              <a:avLst/>
              <a:gdLst/>
              <a:ahLst/>
              <a:cxnLst/>
              <a:rect l="l" t="t" r="r" b="b"/>
              <a:pathLst>
                <a:path w="2168" h="45" extrusionOk="0">
                  <a:moveTo>
                    <a:pt x="12" y="0"/>
                  </a:moveTo>
                  <a:cubicBezTo>
                    <a:pt x="12" y="0"/>
                    <a:pt x="1" y="11"/>
                    <a:pt x="1" y="22"/>
                  </a:cubicBezTo>
                  <a:cubicBezTo>
                    <a:pt x="1" y="33"/>
                    <a:pt x="12" y="44"/>
                    <a:pt x="12" y="44"/>
                  </a:cubicBezTo>
                  <a:lnTo>
                    <a:pt x="2145" y="44"/>
                  </a:lnTo>
                  <a:cubicBezTo>
                    <a:pt x="2156" y="44"/>
                    <a:pt x="2167" y="33"/>
                    <a:pt x="2167" y="22"/>
                  </a:cubicBezTo>
                  <a:cubicBezTo>
                    <a:pt x="2167" y="11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7" name="Google Shape;1677;p38"/>
            <p:cNvSpPr/>
            <p:nvPr/>
          </p:nvSpPr>
          <p:spPr>
            <a:xfrm>
              <a:off x="7115994" y="3199129"/>
              <a:ext cx="2166" cy="138129"/>
            </a:xfrm>
            <a:custGeom>
              <a:avLst/>
              <a:gdLst/>
              <a:ahLst/>
              <a:cxnLst/>
              <a:rect l="l" t="t" r="r" b="b"/>
              <a:pathLst>
                <a:path w="34" h="2168" extrusionOk="0">
                  <a:moveTo>
                    <a:pt x="23" y="1"/>
                  </a:moveTo>
                  <a:cubicBezTo>
                    <a:pt x="12" y="1"/>
                    <a:pt x="1" y="12"/>
                    <a:pt x="1" y="23"/>
                  </a:cubicBezTo>
                  <a:lnTo>
                    <a:pt x="1" y="2156"/>
                  </a:lnTo>
                  <a:cubicBezTo>
                    <a:pt x="1" y="2167"/>
                    <a:pt x="12" y="2167"/>
                    <a:pt x="23" y="2167"/>
                  </a:cubicBezTo>
                  <a:cubicBezTo>
                    <a:pt x="34" y="2167"/>
                    <a:pt x="34" y="2167"/>
                    <a:pt x="34" y="2156"/>
                  </a:cubicBezTo>
                  <a:lnTo>
                    <a:pt x="34" y="23"/>
                  </a:lnTo>
                  <a:cubicBezTo>
                    <a:pt x="34" y="12"/>
                    <a:pt x="34" y="1"/>
                    <a:pt x="23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8" name="Google Shape;1678;p38"/>
            <p:cNvSpPr/>
            <p:nvPr/>
          </p:nvSpPr>
          <p:spPr>
            <a:xfrm>
              <a:off x="6928911" y="3351213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0"/>
                  </a:moveTo>
                  <a:cubicBezTo>
                    <a:pt x="56" y="0"/>
                    <a:pt x="1" y="55"/>
                    <a:pt x="1" y="121"/>
                  </a:cubicBezTo>
                  <a:cubicBezTo>
                    <a:pt x="1" y="187"/>
                    <a:pt x="56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79" name="Google Shape;1679;p38"/>
            <p:cNvSpPr/>
            <p:nvPr/>
          </p:nvSpPr>
          <p:spPr>
            <a:xfrm>
              <a:off x="6957649" y="3357521"/>
              <a:ext cx="138081" cy="2867"/>
            </a:xfrm>
            <a:custGeom>
              <a:avLst/>
              <a:gdLst/>
              <a:ahLst/>
              <a:cxnLst/>
              <a:rect l="l" t="t" r="r" b="b"/>
              <a:pathLst>
                <a:path w="2167" h="45" extrusionOk="0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cubicBezTo>
                    <a:pt x="0" y="33"/>
                    <a:pt x="11" y="44"/>
                    <a:pt x="22" y="44"/>
                  </a:cubicBezTo>
                  <a:lnTo>
                    <a:pt x="2145" y="44"/>
                  </a:lnTo>
                  <a:cubicBezTo>
                    <a:pt x="2156" y="44"/>
                    <a:pt x="2167" y="33"/>
                    <a:pt x="2167" y="22"/>
                  </a:cubicBezTo>
                  <a:cubicBezTo>
                    <a:pt x="2167" y="11"/>
                    <a:pt x="2156" y="0"/>
                    <a:pt x="2145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0" name="Google Shape;1680;p38"/>
            <p:cNvSpPr/>
            <p:nvPr/>
          </p:nvSpPr>
          <p:spPr>
            <a:xfrm>
              <a:off x="6935219" y="3199129"/>
              <a:ext cx="2867" cy="138129"/>
            </a:xfrm>
            <a:custGeom>
              <a:avLst/>
              <a:gdLst/>
              <a:ahLst/>
              <a:cxnLst/>
              <a:rect l="l" t="t" r="r" b="b"/>
              <a:pathLst>
                <a:path w="45" h="2168" extrusionOk="0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lnTo>
                    <a:pt x="0" y="2156"/>
                  </a:lnTo>
                  <a:cubicBezTo>
                    <a:pt x="0" y="2167"/>
                    <a:pt x="11" y="2167"/>
                    <a:pt x="22" y="2167"/>
                  </a:cubicBezTo>
                  <a:cubicBezTo>
                    <a:pt x="33" y="2167"/>
                    <a:pt x="44" y="2167"/>
                    <a:pt x="44" y="2156"/>
                  </a:cubicBezTo>
                  <a:lnTo>
                    <a:pt x="44" y="23"/>
                  </a:lnTo>
                  <a:cubicBezTo>
                    <a:pt x="44" y="12"/>
                    <a:pt x="33" y="1"/>
                    <a:pt x="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1" name="Google Shape;1681;p38"/>
            <p:cNvSpPr/>
            <p:nvPr/>
          </p:nvSpPr>
          <p:spPr>
            <a:xfrm>
              <a:off x="6748136" y="3351213"/>
              <a:ext cx="15484" cy="15482"/>
            </a:xfrm>
            <a:custGeom>
              <a:avLst/>
              <a:gdLst/>
              <a:ahLst/>
              <a:cxnLst/>
              <a:rect l="l" t="t" r="r" b="b"/>
              <a:pathLst>
                <a:path w="243" h="243" extrusionOk="0">
                  <a:moveTo>
                    <a:pt x="121" y="0"/>
                  </a:moveTo>
                  <a:cubicBezTo>
                    <a:pt x="55" y="0"/>
                    <a:pt x="0" y="55"/>
                    <a:pt x="0" y="121"/>
                  </a:cubicBezTo>
                  <a:cubicBezTo>
                    <a:pt x="0" y="187"/>
                    <a:pt x="55" y="242"/>
                    <a:pt x="121" y="242"/>
                  </a:cubicBezTo>
                  <a:cubicBezTo>
                    <a:pt x="187" y="242"/>
                    <a:pt x="242" y="187"/>
                    <a:pt x="242" y="121"/>
                  </a:cubicBezTo>
                  <a:cubicBezTo>
                    <a:pt x="242" y="55"/>
                    <a:pt x="187" y="0"/>
                    <a:pt x="121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2" name="Google Shape;1682;p38"/>
            <p:cNvSpPr/>
            <p:nvPr/>
          </p:nvSpPr>
          <p:spPr>
            <a:xfrm>
              <a:off x="6776874" y="3357521"/>
              <a:ext cx="138782" cy="2867"/>
            </a:xfrm>
            <a:custGeom>
              <a:avLst/>
              <a:gdLst/>
              <a:ahLst/>
              <a:cxnLst/>
              <a:rect l="l" t="t" r="r" b="b"/>
              <a:pathLst>
                <a:path w="2178" h="45" extrusionOk="0">
                  <a:moveTo>
                    <a:pt x="22" y="0"/>
                  </a:moveTo>
                  <a:cubicBezTo>
                    <a:pt x="11" y="0"/>
                    <a:pt x="0" y="11"/>
                    <a:pt x="0" y="22"/>
                  </a:cubicBezTo>
                  <a:cubicBezTo>
                    <a:pt x="0" y="33"/>
                    <a:pt x="11" y="44"/>
                    <a:pt x="22" y="44"/>
                  </a:cubicBezTo>
                  <a:lnTo>
                    <a:pt x="2156" y="44"/>
                  </a:lnTo>
                  <a:cubicBezTo>
                    <a:pt x="2167" y="44"/>
                    <a:pt x="2178" y="33"/>
                    <a:pt x="2178" y="22"/>
                  </a:cubicBezTo>
                  <a:cubicBezTo>
                    <a:pt x="2178" y="11"/>
                    <a:pt x="2167" y="0"/>
                    <a:pt x="2156" y="0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3" name="Google Shape;1683;p38"/>
            <p:cNvSpPr/>
            <p:nvPr/>
          </p:nvSpPr>
          <p:spPr>
            <a:xfrm>
              <a:off x="6754445" y="3199129"/>
              <a:ext cx="2867" cy="138129"/>
            </a:xfrm>
            <a:custGeom>
              <a:avLst/>
              <a:gdLst/>
              <a:ahLst/>
              <a:cxnLst/>
              <a:rect l="l" t="t" r="r" b="b"/>
              <a:pathLst>
                <a:path w="45" h="2168" extrusionOk="0">
                  <a:moveTo>
                    <a:pt x="22" y="1"/>
                  </a:moveTo>
                  <a:cubicBezTo>
                    <a:pt x="11" y="1"/>
                    <a:pt x="0" y="12"/>
                    <a:pt x="0" y="23"/>
                  </a:cubicBezTo>
                  <a:lnTo>
                    <a:pt x="0" y="2156"/>
                  </a:lnTo>
                  <a:cubicBezTo>
                    <a:pt x="0" y="2167"/>
                    <a:pt x="11" y="2167"/>
                    <a:pt x="22" y="2167"/>
                  </a:cubicBezTo>
                  <a:cubicBezTo>
                    <a:pt x="33" y="2167"/>
                    <a:pt x="44" y="2167"/>
                    <a:pt x="44" y="2156"/>
                  </a:cubicBezTo>
                  <a:lnTo>
                    <a:pt x="44" y="23"/>
                  </a:lnTo>
                  <a:cubicBezTo>
                    <a:pt x="44" y="12"/>
                    <a:pt x="33" y="1"/>
                    <a:pt x="22" y="1"/>
                  </a:cubicBezTo>
                  <a:close/>
                </a:path>
              </a:pathLst>
            </a:custGeom>
            <a:solidFill>
              <a:srgbClr val="000D3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4" name="Google Shape;1684;p38"/>
            <p:cNvSpPr/>
            <p:nvPr/>
          </p:nvSpPr>
          <p:spPr>
            <a:xfrm>
              <a:off x="5067767" y="1625852"/>
              <a:ext cx="3363014" cy="1880220"/>
            </a:xfrm>
            <a:custGeom>
              <a:avLst/>
              <a:gdLst/>
              <a:ahLst/>
              <a:cxnLst/>
              <a:rect l="l" t="t" r="r" b="b"/>
              <a:pathLst>
                <a:path w="52778" h="29511" extrusionOk="0">
                  <a:moveTo>
                    <a:pt x="51865" y="0"/>
                  </a:moveTo>
                  <a:cubicBezTo>
                    <a:pt x="51839" y="0"/>
                    <a:pt x="51812" y="2"/>
                    <a:pt x="51786" y="5"/>
                  </a:cubicBezTo>
                  <a:lnTo>
                    <a:pt x="48091" y="522"/>
                  </a:lnTo>
                  <a:cubicBezTo>
                    <a:pt x="47563" y="588"/>
                    <a:pt x="47376" y="1259"/>
                    <a:pt x="47794" y="1600"/>
                  </a:cubicBezTo>
                  <a:lnTo>
                    <a:pt x="48157" y="1897"/>
                  </a:lnTo>
                  <a:cubicBezTo>
                    <a:pt x="48245" y="1963"/>
                    <a:pt x="48256" y="2095"/>
                    <a:pt x="48190" y="2183"/>
                  </a:cubicBezTo>
                  <a:lnTo>
                    <a:pt x="29044" y="25892"/>
                  </a:lnTo>
                  <a:cubicBezTo>
                    <a:pt x="28923" y="26041"/>
                    <a:pt x="28747" y="26115"/>
                    <a:pt x="28571" y="26115"/>
                  </a:cubicBezTo>
                  <a:cubicBezTo>
                    <a:pt x="28395" y="26115"/>
                    <a:pt x="28219" y="26041"/>
                    <a:pt x="28098" y="25892"/>
                  </a:cubicBezTo>
                  <a:lnTo>
                    <a:pt x="16727" y="11816"/>
                  </a:lnTo>
                  <a:cubicBezTo>
                    <a:pt x="16413" y="11426"/>
                    <a:pt x="15960" y="11231"/>
                    <a:pt x="15506" y="11231"/>
                  </a:cubicBezTo>
                  <a:cubicBezTo>
                    <a:pt x="15052" y="11231"/>
                    <a:pt x="14599" y="11426"/>
                    <a:pt x="14285" y="11816"/>
                  </a:cubicBezTo>
                  <a:lnTo>
                    <a:pt x="0" y="29511"/>
                  </a:lnTo>
                  <a:lnTo>
                    <a:pt x="4894" y="29511"/>
                  </a:lnTo>
                  <a:lnTo>
                    <a:pt x="15033" y="16952"/>
                  </a:lnTo>
                  <a:cubicBezTo>
                    <a:pt x="15154" y="16803"/>
                    <a:pt x="15330" y="16729"/>
                    <a:pt x="15507" y="16729"/>
                  </a:cubicBezTo>
                  <a:cubicBezTo>
                    <a:pt x="15685" y="16729"/>
                    <a:pt x="15863" y="16803"/>
                    <a:pt x="15990" y="16952"/>
                  </a:cubicBezTo>
                  <a:lnTo>
                    <a:pt x="26129" y="29511"/>
                  </a:lnTo>
                  <a:lnTo>
                    <a:pt x="31023" y="29511"/>
                  </a:lnTo>
                  <a:lnTo>
                    <a:pt x="51159" y="4580"/>
                  </a:lnTo>
                  <a:cubicBezTo>
                    <a:pt x="51197" y="4530"/>
                    <a:pt x="51252" y="4505"/>
                    <a:pt x="51309" y="4505"/>
                  </a:cubicBezTo>
                  <a:cubicBezTo>
                    <a:pt x="51352" y="4505"/>
                    <a:pt x="51396" y="4519"/>
                    <a:pt x="51434" y="4547"/>
                  </a:cubicBezTo>
                  <a:lnTo>
                    <a:pt x="51753" y="4811"/>
                  </a:lnTo>
                  <a:cubicBezTo>
                    <a:pt x="51870" y="4904"/>
                    <a:pt x="52003" y="4945"/>
                    <a:pt x="52133" y="4945"/>
                  </a:cubicBezTo>
                  <a:cubicBezTo>
                    <a:pt x="52465" y="4945"/>
                    <a:pt x="52777" y="4674"/>
                    <a:pt x="52753" y="4294"/>
                  </a:cubicBezTo>
                  <a:lnTo>
                    <a:pt x="52478" y="566"/>
                  </a:lnTo>
                  <a:cubicBezTo>
                    <a:pt x="52458" y="241"/>
                    <a:pt x="52184" y="0"/>
                    <a:pt x="518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5" name="Google Shape;1685;p38"/>
            <p:cNvSpPr/>
            <p:nvPr/>
          </p:nvSpPr>
          <p:spPr>
            <a:xfrm>
              <a:off x="5260457" y="2566582"/>
              <a:ext cx="641214" cy="775572"/>
            </a:xfrm>
            <a:custGeom>
              <a:avLst/>
              <a:gdLst/>
              <a:ahLst/>
              <a:cxnLst/>
              <a:rect l="l" t="t" r="r" b="b"/>
              <a:pathLst>
                <a:path w="10063" h="12173" extrusionOk="0">
                  <a:moveTo>
                    <a:pt x="9632" y="1"/>
                  </a:moveTo>
                  <a:cubicBezTo>
                    <a:pt x="9521" y="1"/>
                    <a:pt x="9411" y="48"/>
                    <a:pt x="9337" y="141"/>
                  </a:cubicBezTo>
                  <a:lnTo>
                    <a:pt x="132" y="11556"/>
                  </a:lnTo>
                  <a:cubicBezTo>
                    <a:pt x="0" y="11710"/>
                    <a:pt x="22" y="11952"/>
                    <a:pt x="187" y="12084"/>
                  </a:cubicBezTo>
                  <a:cubicBezTo>
                    <a:pt x="253" y="12150"/>
                    <a:pt x="341" y="12172"/>
                    <a:pt x="429" y="12172"/>
                  </a:cubicBezTo>
                  <a:cubicBezTo>
                    <a:pt x="539" y="12172"/>
                    <a:pt x="649" y="12128"/>
                    <a:pt x="726" y="12029"/>
                  </a:cubicBezTo>
                  <a:lnTo>
                    <a:pt x="9931" y="625"/>
                  </a:lnTo>
                  <a:cubicBezTo>
                    <a:pt x="10063" y="460"/>
                    <a:pt x="10041" y="218"/>
                    <a:pt x="9876" y="86"/>
                  </a:cubicBezTo>
                  <a:cubicBezTo>
                    <a:pt x="9804" y="29"/>
                    <a:pt x="9718" y="1"/>
                    <a:pt x="9632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6" name="Google Shape;1686;p38"/>
            <p:cNvSpPr/>
            <p:nvPr/>
          </p:nvSpPr>
          <p:spPr>
            <a:xfrm>
              <a:off x="7518261" y="1829098"/>
              <a:ext cx="641915" cy="775955"/>
            </a:xfrm>
            <a:custGeom>
              <a:avLst/>
              <a:gdLst/>
              <a:ahLst/>
              <a:cxnLst/>
              <a:rect l="l" t="t" r="r" b="b"/>
              <a:pathLst>
                <a:path w="10074" h="12179" extrusionOk="0">
                  <a:moveTo>
                    <a:pt x="9653" y="0"/>
                  </a:moveTo>
                  <a:cubicBezTo>
                    <a:pt x="9539" y="0"/>
                    <a:pt x="9425" y="51"/>
                    <a:pt x="9348" y="147"/>
                  </a:cubicBezTo>
                  <a:lnTo>
                    <a:pt x="132" y="11551"/>
                  </a:lnTo>
                  <a:cubicBezTo>
                    <a:pt x="0" y="11716"/>
                    <a:pt x="33" y="11958"/>
                    <a:pt x="198" y="12090"/>
                  </a:cubicBezTo>
                  <a:cubicBezTo>
                    <a:pt x="264" y="12145"/>
                    <a:pt x="352" y="12178"/>
                    <a:pt x="429" y="12178"/>
                  </a:cubicBezTo>
                  <a:cubicBezTo>
                    <a:pt x="539" y="12178"/>
                    <a:pt x="649" y="12123"/>
                    <a:pt x="726" y="12035"/>
                  </a:cubicBezTo>
                  <a:lnTo>
                    <a:pt x="9942" y="620"/>
                  </a:lnTo>
                  <a:cubicBezTo>
                    <a:pt x="10074" y="455"/>
                    <a:pt x="10041" y="213"/>
                    <a:pt x="9887" y="81"/>
                  </a:cubicBezTo>
                  <a:cubicBezTo>
                    <a:pt x="9818" y="26"/>
                    <a:pt x="9735" y="0"/>
                    <a:pt x="9653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7" name="Google Shape;1687;p38"/>
            <p:cNvSpPr/>
            <p:nvPr/>
          </p:nvSpPr>
          <p:spPr>
            <a:xfrm>
              <a:off x="6171874" y="3467495"/>
              <a:ext cx="2113997" cy="91859"/>
            </a:xfrm>
            <a:custGeom>
              <a:avLst/>
              <a:gdLst/>
              <a:ahLst/>
              <a:cxnLst/>
              <a:rect l="l" t="t" r="r" b="b"/>
              <a:pathLst>
                <a:path w="27153" h="1442" extrusionOk="0">
                  <a:moveTo>
                    <a:pt x="13571" y="1"/>
                  </a:moveTo>
                  <a:cubicBezTo>
                    <a:pt x="6082" y="1"/>
                    <a:pt x="1" y="320"/>
                    <a:pt x="1" y="716"/>
                  </a:cubicBezTo>
                  <a:cubicBezTo>
                    <a:pt x="1" y="1111"/>
                    <a:pt x="6082" y="1441"/>
                    <a:pt x="13571" y="1441"/>
                  </a:cubicBezTo>
                  <a:cubicBezTo>
                    <a:pt x="21071" y="1441"/>
                    <a:pt x="27153" y="1111"/>
                    <a:pt x="27153" y="716"/>
                  </a:cubicBezTo>
                  <a:cubicBezTo>
                    <a:pt x="27153" y="320"/>
                    <a:pt x="21071" y="1"/>
                    <a:pt x="13571" y="1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8" name="Google Shape;1688;p38"/>
            <p:cNvSpPr/>
            <p:nvPr/>
          </p:nvSpPr>
          <p:spPr>
            <a:xfrm>
              <a:off x="6511288" y="2098415"/>
              <a:ext cx="1392409" cy="1409766"/>
            </a:xfrm>
            <a:custGeom>
              <a:avLst/>
              <a:gdLst/>
              <a:ahLst/>
              <a:cxnLst/>
              <a:rect l="l" t="t" r="r" b="b"/>
              <a:pathLst>
                <a:path w="21852" h="22127" extrusionOk="0">
                  <a:moveTo>
                    <a:pt x="7390" y="0"/>
                  </a:moveTo>
                  <a:cubicBezTo>
                    <a:pt x="3090" y="1826"/>
                    <a:pt x="0" y="6918"/>
                    <a:pt x="0" y="12911"/>
                  </a:cubicBezTo>
                  <a:cubicBezTo>
                    <a:pt x="0" y="15506"/>
                    <a:pt x="572" y="17926"/>
                    <a:pt x="1584" y="19993"/>
                  </a:cubicBezTo>
                  <a:cubicBezTo>
                    <a:pt x="2222" y="21302"/>
                    <a:pt x="3563" y="22127"/>
                    <a:pt x="5026" y="22127"/>
                  </a:cubicBezTo>
                  <a:lnTo>
                    <a:pt x="16826" y="22127"/>
                  </a:lnTo>
                  <a:cubicBezTo>
                    <a:pt x="18288" y="22127"/>
                    <a:pt x="19630" y="21302"/>
                    <a:pt x="20268" y="19993"/>
                  </a:cubicBezTo>
                  <a:cubicBezTo>
                    <a:pt x="21269" y="17926"/>
                    <a:pt x="21852" y="15506"/>
                    <a:pt x="21852" y="12911"/>
                  </a:cubicBezTo>
                  <a:cubicBezTo>
                    <a:pt x="21852" y="6918"/>
                    <a:pt x="18761" y="1826"/>
                    <a:pt x="1445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89" name="Google Shape;1689;p38"/>
            <p:cNvSpPr/>
            <p:nvPr/>
          </p:nvSpPr>
          <p:spPr>
            <a:xfrm>
              <a:off x="7006714" y="2543155"/>
              <a:ext cx="393152" cy="645408"/>
            </a:xfrm>
            <a:custGeom>
              <a:avLst/>
              <a:gdLst/>
              <a:ahLst/>
              <a:cxnLst/>
              <a:rect l="l" t="t" r="r" b="b"/>
              <a:pathLst>
                <a:path w="6170" h="10130" extrusionOk="0">
                  <a:moveTo>
                    <a:pt x="2925" y="1"/>
                  </a:moveTo>
                  <a:cubicBezTo>
                    <a:pt x="2618" y="1"/>
                    <a:pt x="2376" y="254"/>
                    <a:pt x="2376" y="551"/>
                  </a:cubicBezTo>
                  <a:lnTo>
                    <a:pt x="2376" y="562"/>
                  </a:lnTo>
                  <a:cubicBezTo>
                    <a:pt x="2376" y="804"/>
                    <a:pt x="2200" y="1024"/>
                    <a:pt x="1958" y="1090"/>
                  </a:cubicBezTo>
                  <a:cubicBezTo>
                    <a:pt x="1826" y="1123"/>
                    <a:pt x="1705" y="1167"/>
                    <a:pt x="1584" y="1221"/>
                  </a:cubicBezTo>
                  <a:cubicBezTo>
                    <a:pt x="1166" y="1419"/>
                    <a:pt x="836" y="1694"/>
                    <a:pt x="605" y="2046"/>
                  </a:cubicBezTo>
                  <a:cubicBezTo>
                    <a:pt x="374" y="2409"/>
                    <a:pt x="264" y="2827"/>
                    <a:pt x="264" y="3311"/>
                  </a:cubicBezTo>
                  <a:cubicBezTo>
                    <a:pt x="264" y="4345"/>
                    <a:pt x="825" y="5037"/>
                    <a:pt x="1969" y="5378"/>
                  </a:cubicBezTo>
                  <a:lnTo>
                    <a:pt x="3937" y="5983"/>
                  </a:lnTo>
                  <a:cubicBezTo>
                    <a:pt x="4190" y="6071"/>
                    <a:pt x="4377" y="6170"/>
                    <a:pt x="4498" y="6302"/>
                  </a:cubicBezTo>
                  <a:cubicBezTo>
                    <a:pt x="4619" y="6423"/>
                    <a:pt x="4674" y="6588"/>
                    <a:pt x="4674" y="6786"/>
                  </a:cubicBezTo>
                  <a:cubicBezTo>
                    <a:pt x="4674" y="7072"/>
                    <a:pt x="4542" y="7314"/>
                    <a:pt x="4267" y="7501"/>
                  </a:cubicBezTo>
                  <a:cubicBezTo>
                    <a:pt x="3992" y="7699"/>
                    <a:pt x="3640" y="7798"/>
                    <a:pt x="3222" y="7798"/>
                  </a:cubicBezTo>
                  <a:cubicBezTo>
                    <a:pt x="2782" y="7798"/>
                    <a:pt x="2398" y="7666"/>
                    <a:pt x="2079" y="7413"/>
                  </a:cubicBezTo>
                  <a:cubicBezTo>
                    <a:pt x="1859" y="7226"/>
                    <a:pt x="1694" y="7006"/>
                    <a:pt x="1584" y="6753"/>
                  </a:cubicBezTo>
                  <a:cubicBezTo>
                    <a:pt x="1496" y="6557"/>
                    <a:pt x="1294" y="6440"/>
                    <a:pt x="1080" y="6440"/>
                  </a:cubicBezTo>
                  <a:cubicBezTo>
                    <a:pt x="1054" y="6440"/>
                    <a:pt x="1027" y="6442"/>
                    <a:pt x="1001" y="6445"/>
                  </a:cubicBezTo>
                  <a:lnTo>
                    <a:pt x="550" y="6511"/>
                  </a:lnTo>
                  <a:cubicBezTo>
                    <a:pt x="220" y="6566"/>
                    <a:pt x="0" y="6907"/>
                    <a:pt x="110" y="7215"/>
                  </a:cubicBezTo>
                  <a:cubicBezTo>
                    <a:pt x="209" y="7501"/>
                    <a:pt x="341" y="7754"/>
                    <a:pt x="506" y="7985"/>
                  </a:cubicBezTo>
                  <a:cubicBezTo>
                    <a:pt x="792" y="8370"/>
                    <a:pt x="1155" y="8667"/>
                    <a:pt x="1606" y="8875"/>
                  </a:cubicBezTo>
                  <a:cubicBezTo>
                    <a:pt x="1727" y="8930"/>
                    <a:pt x="1848" y="8985"/>
                    <a:pt x="1980" y="9018"/>
                  </a:cubicBezTo>
                  <a:cubicBezTo>
                    <a:pt x="2211" y="9095"/>
                    <a:pt x="2376" y="9304"/>
                    <a:pt x="2376" y="9546"/>
                  </a:cubicBezTo>
                  <a:lnTo>
                    <a:pt x="2376" y="9590"/>
                  </a:lnTo>
                  <a:cubicBezTo>
                    <a:pt x="2376" y="9887"/>
                    <a:pt x="2618" y="10129"/>
                    <a:pt x="2925" y="10129"/>
                  </a:cubicBezTo>
                  <a:lnTo>
                    <a:pt x="3332" y="10129"/>
                  </a:lnTo>
                  <a:cubicBezTo>
                    <a:pt x="3640" y="10129"/>
                    <a:pt x="3882" y="9887"/>
                    <a:pt x="3882" y="9590"/>
                  </a:cubicBezTo>
                  <a:lnTo>
                    <a:pt x="3882" y="9568"/>
                  </a:lnTo>
                  <a:cubicBezTo>
                    <a:pt x="3882" y="9315"/>
                    <a:pt x="4047" y="9106"/>
                    <a:pt x="4289" y="9040"/>
                  </a:cubicBezTo>
                  <a:cubicBezTo>
                    <a:pt x="4443" y="8996"/>
                    <a:pt x="4586" y="8941"/>
                    <a:pt x="4729" y="8875"/>
                  </a:cubicBezTo>
                  <a:cubicBezTo>
                    <a:pt x="5180" y="8667"/>
                    <a:pt x="5532" y="8370"/>
                    <a:pt x="5785" y="7985"/>
                  </a:cubicBezTo>
                  <a:cubicBezTo>
                    <a:pt x="6038" y="7611"/>
                    <a:pt x="6170" y="7171"/>
                    <a:pt x="6170" y="6676"/>
                  </a:cubicBezTo>
                  <a:cubicBezTo>
                    <a:pt x="6170" y="6104"/>
                    <a:pt x="6016" y="5642"/>
                    <a:pt x="5708" y="5301"/>
                  </a:cubicBezTo>
                  <a:lnTo>
                    <a:pt x="5697" y="5301"/>
                  </a:lnTo>
                  <a:cubicBezTo>
                    <a:pt x="5389" y="4961"/>
                    <a:pt x="4883" y="4686"/>
                    <a:pt x="4179" y="4477"/>
                  </a:cubicBezTo>
                  <a:lnTo>
                    <a:pt x="2771" y="4081"/>
                  </a:lnTo>
                  <a:cubicBezTo>
                    <a:pt x="2420" y="3982"/>
                    <a:pt x="2156" y="3872"/>
                    <a:pt x="1991" y="3729"/>
                  </a:cubicBezTo>
                  <a:cubicBezTo>
                    <a:pt x="1837" y="3586"/>
                    <a:pt x="1749" y="3421"/>
                    <a:pt x="1749" y="3234"/>
                  </a:cubicBezTo>
                  <a:cubicBezTo>
                    <a:pt x="1749" y="3058"/>
                    <a:pt x="1815" y="2904"/>
                    <a:pt x="1925" y="2772"/>
                  </a:cubicBezTo>
                  <a:cubicBezTo>
                    <a:pt x="2046" y="2629"/>
                    <a:pt x="2200" y="2519"/>
                    <a:pt x="2398" y="2442"/>
                  </a:cubicBezTo>
                  <a:cubicBezTo>
                    <a:pt x="2571" y="2375"/>
                    <a:pt x="2761" y="2341"/>
                    <a:pt x="2968" y="2341"/>
                  </a:cubicBezTo>
                  <a:cubicBezTo>
                    <a:pt x="2997" y="2341"/>
                    <a:pt x="3027" y="2342"/>
                    <a:pt x="3057" y="2343"/>
                  </a:cubicBezTo>
                  <a:cubicBezTo>
                    <a:pt x="3310" y="2343"/>
                    <a:pt x="3541" y="2398"/>
                    <a:pt x="3750" y="2508"/>
                  </a:cubicBezTo>
                  <a:cubicBezTo>
                    <a:pt x="3959" y="2607"/>
                    <a:pt x="4135" y="2739"/>
                    <a:pt x="4278" y="2926"/>
                  </a:cubicBezTo>
                  <a:cubicBezTo>
                    <a:pt x="4333" y="2992"/>
                    <a:pt x="4388" y="3069"/>
                    <a:pt x="4421" y="3157"/>
                  </a:cubicBezTo>
                  <a:cubicBezTo>
                    <a:pt x="4526" y="3349"/>
                    <a:pt x="4715" y="3473"/>
                    <a:pt x="4922" y="3473"/>
                  </a:cubicBezTo>
                  <a:cubicBezTo>
                    <a:pt x="4953" y="3473"/>
                    <a:pt x="4984" y="3471"/>
                    <a:pt x="5015" y="3465"/>
                  </a:cubicBezTo>
                  <a:lnTo>
                    <a:pt x="5477" y="3377"/>
                  </a:lnTo>
                  <a:cubicBezTo>
                    <a:pt x="5829" y="3322"/>
                    <a:pt x="6038" y="2948"/>
                    <a:pt x="5884" y="2618"/>
                  </a:cubicBezTo>
                  <a:cubicBezTo>
                    <a:pt x="5785" y="2398"/>
                    <a:pt x="5653" y="2200"/>
                    <a:pt x="5510" y="2013"/>
                  </a:cubicBezTo>
                  <a:cubicBezTo>
                    <a:pt x="5235" y="1672"/>
                    <a:pt x="4894" y="1408"/>
                    <a:pt x="4487" y="1221"/>
                  </a:cubicBezTo>
                  <a:cubicBezTo>
                    <a:pt x="4410" y="1188"/>
                    <a:pt x="4333" y="1167"/>
                    <a:pt x="4256" y="1134"/>
                  </a:cubicBezTo>
                  <a:cubicBezTo>
                    <a:pt x="4036" y="1057"/>
                    <a:pt x="3882" y="859"/>
                    <a:pt x="3882" y="617"/>
                  </a:cubicBezTo>
                  <a:lnTo>
                    <a:pt x="3882" y="551"/>
                  </a:lnTo>
                  <a:cubicBezTo>
                    <a:pt x="3882" y="254"/>
                    <a:pt x="3629" y="1"/>
                    <a:pt x="333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0" name="Google Shape;1690;p38"/>
            <p:cNvSpPr/>
            <p:nvPr/>
          </p:nvSpPr>
          <p:spPr>
            <a:xfrm>
              <a:off x="6554044" y="2208321"/>
              <a:ext cx="395255" cy="961422"/>
            </a:xfrm>
            <a:custGeom>
              <a:avLst/>
              <a:gdLst/>
              <a:ahLst/>
              <a:cxnLst/>
              <a:rect l="l" t="t" r="r" b="b"/>
              <a:pathLst>
                <a:path w="6203" h="15090" extrusionOk="0">
                  <a:moveTo>
                    <a:pt x="5322" y="1"/>
                  </a:moveTo>
                  <a:cubicBezTo>
                    <a:pt x="5153" y="1"/>
                    <a:pt x="4983" y="55"/>
                    <a:pt x="4839" y="167"/>
                  </a:cubicBezTo>
                  <a:cubicBezTo>
                    <a:pt x="3739" y="1036"/>
                    <a:pt x="2771" y="2157"/>
                    <a:pt x="1991" y="3510"/>
                  </a:cubicBezTo>
                  <a:cubicBezTo>
                    <a:pt x="693" y="5742"/>
                    <a:pt x="0" y="8404"/>
                    <a:pt x="0" y="11186"/>
                  </a:cubicBezTo>
                  <a:cubicBezTo>
                    <a:pt x="0" y="12297"/>
                    <a:pt x="110" y="13396"/>
                    <a:pt x="330" y="14474"/>
                  </a:cubicBezTo>
                  <a:cubicBezTo>
                    <a:pt x="407" y="14837"/>
                    <a:pt x="737" y="15090"/>
                    <a:pt x="1089" y="15090"/>
                  </a:cubicBezTo>
                  <a:cubicBezTo>
                    <a:pt x="1144" y="15090"/>
                    <a:pt x="1199" y="15079"/>
                    <a:pt x="1254" y="15068"/>
                  </a:cubicBezTo>
                  <a:cubicBezTo>
                    <a:pt x="1672" y="14980"/>
                    <a:pt x="1936" y="14573"/>
                    <a:pt x="1848" y="14155"/>
                  </a:cubicBezTo>
                  <a:cubicBezTo>
                    <a:pt x="1650" y="13187"/>
                    <a:pt x="1551" y="12187"/>
                    <a:pt x="1551" y="11186"/>
                  </a:cubicBezTo>
                  <a:cubicBezTo>
                    <a:pt x="1551" y="8679"/>
                    <a:pt x="2166" y="6292"/>
                    <a:pt x="3332" y="4291"/>
                  </a:cubicBezTo>
                  <a:cubicBezTo>
                    <a:pt x="4014" y="3114"/>
                    <a:pt x="4850" y="2135"/>
                    <a:pt x="5807" y="1388"/>
                  </a:cubicBezTo>
                  <a:cubicBezTo>
                    <a:pt x="6136" y="1124"/>
                    <a:pt x="6202" y="640"/>
                    <a:pt x="5939" y="299"/>
                  </a:cubicBezTo>
                  <a:cubicBezTo>
                    <a:pt x="5780" y="102"/>
                    <a:pt x="5552" y="1"/>
                    <a:pt x="5322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1" name="Google Shape;1691;p38"/>
            <p:cNvSpPr/>
            <p:nvPr/>
          </p:nvSpPr>
          <p:spPr>
            <a:xfrm>
              <a:off x="6858819" y="1644393"/>
              <a:ext cx="697288" cy="454079"/>
            </a:xfrm>
            <a:custGeom>
              <a:avLst/>
              <a:gdLst/>
              <a:ahLst/>
              <a:cxnLst/>
              <a:rect l="l" t="t" r="r" b="b"/>
              <a:pathLst>
                <a:path w="10943" h="7127" extrusionOk="0">
                  <a:moveTo>
                    <a:pt x="1826" y="0"/>
                  </a:moveTo>
                  <a:cubicBezTo>
                    <a:pt x="914" y="0"/>
                    <a:pt x="914" y="407"/>
                    <a:pt x="1" y="407"/>
                  </a:cubicBezTo>
                  <a:lnTo>
                    <a:pt x="1936" y="7126"/>
                  </a:lnTo>
                  <a:lnTo>
                    <a:pt x="8996" y="7126"/>
                  </a:lnTo>
                  <a:lnTo>
                    <a:pt x="10943" y="407"/>
                  </a:lnTo>
                  <a:cubicBezTo>
                    <a:pt x="10030" y="407"/>
                    <a:pt x="10030" y="0"/>
                    <a:pt x="9117" y="0"/>
                  </a:cubicBezTo>
                  <a:cubicBezTo>
                    <a:pt x="8205" y="0"/>
                    <a:pt x="8205" y="407"/>
                    <a:pt x="7292" y="407"/>
                  </a:cubicBezTo>
                  <a:cubicBezTo>
                    <a:pt x="6379" y="407"/>
                    <a:pt x="6379" y="0"/>
                    <a:pt x="5466" y="0"/>
                  </a:cubicBezTo>
                  <a:cubicBezTo>
                    <a:pt x="4565" y="0"/>
                    <a:pt x="4565" y="407"/>
                    <a:pt x="3652" y="407"/>
                  </a:cubicBezTo>
                  <a:cubicBezTo>
                    <a:pt x="2739" y="407"/>
                    <a:pt x="2739" y="0"/>
                    <a:pt x="182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2" name="Google Shape;1692;p38"/>
            <p:cNvSpPr/>
            <p:nvPr/>
          </p:nvSpPr>
          <p:spPr>
            <a:xfrm>
              <a:off x="6678745" y="3408237"/>
              <a:ext cx="1057497" cy="99965"/>
            </a:xfrm>
            <a:custGeom>
              <a:avLst/>
              <a:gdLst/>
              <a:ahLst/>
              <a:cxnLst/>
              <a:rect l="l" t="t" r="r" b="b"/>
              <a:pathLst>
                <a:path w="16596" h="1569" extrusionOk="0">
                  <a:moveTo>
                    <a:pt x="599" y="1"/>
                  </a:moveTo>
                  <a:cubicBezTo>
                    <a:pt x="448" y="1"/>
                    <a:pt x="299" y="67"/>
                    <a:pt x="198" y="194"/>
                  </a:cubicBezTo>
                  <a:cubicBezTo>
                    <a:pt x="1" y="425"/>
                    <a:pt x="56" y="788"/>
                    <a:pt x="308" y="953"/>
                  </a:cubicBezTo>
                  <a:cubicBezTo>
                    <a:pt x="924" y="1349"/>
                    <a:pt x="1639" y="1569"/>
                    <a:pt x="2398" y="1569"/>
                  </a:cubicBezTo>
                  <a:lnTo>
                    <a:pt x="14198" y="1569"/>
                  </a:lnTo>
                  <a:cubicBezTo>
                    <a:pt x="14957" y="1569"/>
                    <a:pt x="15671" y="1349"/>
                    <a:pt x="16287" y="953"/>
                  </a:cubicBezTo>
                  <a:cubicBezTo>
                    <a:pt x="16540" y="788"/>
                    <a:pt x="16595" y="425"/>
                    <a:pt x="16397" y="194"/>
                  </a:cubicBezTo>
                  <a:cubicBezTo>
                    <a:pt x="16290" y="67"/>
                    <a:pt x="16142" y="1"/>
                    <a:pt x="15993" y="1"/>
                  </a:cubicBezTo>
                  <a:cubicBezTo>
                    <a:pt x="15898" y="1"/>
                    <a:pt x="15802" y="28"/>
                    <a:pt x="15715" y="84"/>
                  </a:cubicBezTo>
                  <a:cubicBezTo>
                    <a:pt x="15265" y="370"/>
                    <a:pt x="14748" y="535"/>
                    <a:pt x="14198" y="535"/>
                  </a:cubicBezTo>
                  <a:lnTo>
                    <a:pt x="2398" y="535"/>
                  </a:lnTo>
                  <a:cubicBezTo>
                    <a:pt x="1848" y="535"/>
                    <a:pt x="1320" y="370"/>
                    <a:pt x="880" y="84"/>
                  </a:cubicBezTo>
                  <a:cubicBezTo>
                    <a:pt x="794" y="28"/>
                    <a:pt x="696" y="1"/>
                    <a:pt x="599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3" name="Google Shape;1693;p38"/>
            <p:cNvSpPr/>
            <p:nvPr/>
          </p:nvSpPr>
          <p:spPr>
            <a:xfrm>
              <a:off x="7255478" y="1666119"/>
              <a:ext cx="96026" cy="327482"/>
            </a:xfrm>
            <a:custGeom>
              <a:avLst/>
              <a:gdLst/>
              <a:ahLst/>
              <a:cxnLst/>
              <a:rect l="l" t="t" r="r" b="b"/>
              <a:pathLst>
                <a:path w="1507" h="5140" extrusionOk="0">
                  <a:moveTo>
                    <a:pt x="506" y="0"/>
                  </a:moveTo>
                  <a:lnTo>
                    <a:pt x="22" y="4586"/>
                  </a:lnTo>
                  <a:cubicBezTo>
                    <a:pt x="0" y="4861"/>
                    <a:pt x="198" y="5103"/>
                    <a:pt x="473" y="5136"/>
                  </a:cubicBezTo>
                  <a:cubicBezTo>
                    <a:pt x="493" y="5138"/>
                    <a:pt x="513" y="5139"/>
                    <a:pt x="533" y="5139"/>
                  </a:cubicBezTo>
                  <a:cubicBezTo>
                    <a:pt x="782" y="5139"/>
                    <a:pt x="992" y="4951"/>
                    <a:pt x="1023" y="4696"/>
                  </a:cubicBezTo>
                  <a:lnTo>
                    <a:pt x="1507" y="33"/>
                  </a:lnTo>
                  <a:lnTo>
                    <a:pt x="1507" y="33"/>
                  </a:lnTo>
                  <a:cubicBezTo>
                    <a:pt x="1386" y="55"/>
                    <a:pt x="1243" y="77"/>
                    <a:pt x="1067" y="77"/>
                  </a:cubicBezTo>
                  <a:lnTo>
                    <a:pt x="1067" y="66"/>
                  </a:lnTo>
                  <a:cubicBezTo>
                    <a:pt x="825" y="66"/>
                    <a:pt x="660" y="44"/>
                    <a:pt x="506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4" name="Google Shape;1694;p38"/>
            <p:cNvSpPr/>
            <p:nvPr/>
          </p:nvSpPr>
          <p:spPr>
            <a:xfrm>
              <a:off x="7063425" y="1666119"/>
              <a:ext cx="96090" cy="327482"/>
            </a:xfrm>
            <a:custGeom>
              <a:avLst/>
              <a:gdLst/>
              <a:ahLst/>
              <a:cxnLst/>
              <a:rect l="l" t="t" r="r" b="b"/>
              <a:pathLst>
                <a:path w="1508" h="5140" extrusionOk="0">
                  <a:moveTo>
                    <a:pt x="1002" y="0"/>
                  </a:moveTo>
                  <a:cubicBezTo>
                    <a:pt x="848" y="44"/>
                    <a:pt x="672" y="66"/>
                    <a:pt x="441" y="66"/>
                  </a:cubicBezTo>
                  <a:cubicBezTo>
                    <a:pt x="265" y="66"/>
                    <a:pt x="122" y="55"/>
                    <a:pt x="1" y="22"/>
                  </a:cubicBezTo>
                  <a:lnTo>
                    <a:pt x="1" y="33"/>
                  </a:lnTo>
                  <a:lnTo>
                    <a:pt x="485" y="4696"/>
                  </a:lnTo>
                  <a:cubicBezTo>
                    <a:pt x="516" y="4941"/>
                    <a:pt x="727" y="5139"/>
                    <a:pt x="977" y="5139"/>
                  </a:cubicBezTo>
                  <a:cubicBezTo>
                    <a:pt x="996" y="5139"/>
                    <a:pt x="1015" y="5138"/>
                    <a:pt x="1035" y="5136"/>
                  </a:cubicBezTo>
                  <a:cubicBezTo>
                    <a:pt x="1310" y="5103"/>
                    <a:pt x="1508" y="4861"/>
                    <a:pt x="1486" y="4586"/>
                  </a:cubicBezTo>
                  <a:lnTo>
                    <a:pt x="1002" y="0"/>
                  </a:ln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5" name="Google Shape;1695;p38"/>
            <p:cNvSpPr/>
            <p:nvPr/>
          </p:nvSpPr>
          <p:spPr>
            <a:xfrm>
              <a:off x="6958350" y="1673128"/>
              <a:ext cx="497589" cy="59571"/>
            </a:xfrm>
            <a:custGeom>
              <a:avLst/>
              <a:gdLst/>
              <a:ahLst/>
              <a:cxnLst/>
              <a:rect l="l" t="t" r="r" b="b"/>
              <a:pathLst>
                <a:path w="7809" h="935" extrusionOk="0">
                  <a:moveTo>
                    <a:pt x="264" y="0"/>
                  </a:moveTo>
                  <a:cubicBezTo>
                    <a:pt x="121" y="0"/>
                    <a:pt x="0" y="121"/>
                    <a:pt x="0" y="264"/>
                  </a:cubicBezTo>
                  <a:cubicBezTo>
                    <a:pt x="0" y="407"/>
                    <a:pt x="121" y="517"/>
                    <a:pt x="264" y="517"/>
                  </a:cubicBezTo>
                  <a:cubicBezTo>
                    <a:pt x="660" y="517"/>
                    <a:pt x="847" y="605"/>
                    <a:pt x="1067" y="704"/>
                  </a:cubicBezTo>
                  <a:cubicBezTo>
                    <a:pt x="1309" y="814"/>
                    <a:pt x="1573" y="935"/>
                    <a:pt x="2090" y="935"/>
                  </a:cubicBezTo>
                  <a:cubicBezTo>
                    <a:pt x="2596" y="935"/>
                    <a:pt x="2871" y="814"/>
                    <a:pt x="3102" y="704"/>
                  </a:cubicBezTo>
                  <a:cubicBezTo>
                    <a:pt x="3322" y="605"/>
                    <a:pt x="3508" y="517"/>
                    <a:pt x="3904" y="517"/>
                  </a:cubicBezTo>
                  <a:cubicBezTo>
                    <a:pt x="4311" y="517"/>
                    <a:pt x="4498" y="605"/>
                    <a:pt x="4718" y="704"/>
                  </a:cubicBezTo>
                  <a:cubicBezTo>
                    <a:pt x="4949" y="814"/>
                    <a:pt x="5224" y="935"/>
                    <a:pt x="5730" y="935"/>
                  </a:cubicBezTo>
                  <a:cubicBezTo>
                    <a:pt x="6247" y="935"/>
                    <a:pt x="6511" y="814"/>
                    <a:pt x="6753" y="704"/>
                  </a:cubicBezTo>
                  <a:cubicBezTo>
                    <a:pt x="6973" y="605"/>
                    <a:pt x="7160" y="517"/>
                    <a:pt x="7555" y="517"/>
                  </a:cubicBezTo>
                  <a:cubicBezTo>
                    <a:pt x="7698" y="517"/>
                    <a:pt x="7808" y="407"/>
                    <a:pt x="7808" y="264"/>
                  </a:cubicBezTo>
                  <a:cubicBezTo>
                    <a:pt x="7808" y="121"/>
                    <a:pt x="7698" y="0"/>
                    <a:pt x="7555" y="0"/>
                  </a:cubicBezTo>
                  <a:cubicBezTo>
                    <a:pt x="7039" y="0"/>
                    <a:pt x="6775" y="121"/>
                    <a:pt x="6533" y="231"/>
                  </a:cubicBezTo>
                  <a:cubicBezTo>
                    <a:pt x="6324" y="330"/>
                    <a:pt x="6137" y="418"/>
                    <a:pt x="5730" y="418"/>
                  </a:cubicBezTo>
                  <a:cubicBezTo>
                    <a:pt x="5334" y="418"/>
                    <a:pt x="5147" y="330"/>
                    <a:pt x="4927" y="231"/>
                  </a:cubicBezTo>
                  <a:cubicBezTo>
                    <a:pt x="4685" y="121"/>
                    <a:pt x="4421" y="0"/>
                    <a:pt x="3904" y="0"/>
                  </a:cubicBezTo>
                  <a:cubicBezTo>
                    <a:pt x="3399" y="0"/>
                    <a:pt x="3124" y="121"/>
                    <a:pt x="2893" y="231"/>
                  </a:cubicBezTo>
                  <a:cubicBezTo>
                    <a:pt x="2673" y="330"/>
                    <a:pt x="2486" y="418"/>
                    <a:pt x="2090" y="418"/>
                  </a:cubicBezTo>
                  <a:cubicBezTo>
                    <a:pt x="1683" y="418"/>
                    <a:pt x="1496" y="330"/>
                    <a:pt x="1276" y="231"/>
                  </a:cubicBezTo>
                  <a:cubicBezTo>
                    <a:pt x="1045" y="121"/>
                    <a:pt x="770" y="0"/>
                    <a:pt x="264" y="0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6" name="Google Shape;1696;p38"/>
            <p:cNvSpPr/>
            <p:nvPr/>
          </p:nvSpPr>
          <p:spPr>
            <a:xfrm>
              <a:off x="6909285" y="2098415"/>
              <a:ext cx="597120" cy="52627"/>
            </a:xfrm>
            <a:custGeom>
              <a:avLst/>
              <a:gdLst/>
              <a:ahLst/>
              <a:cxnLst/>
              <a:rect l="l" t="t" r="r" b="b"/>
              <a:pathLst>
                <a:path w="9371" h="826" extrusionOk="0">
                  <a:moveTo>
                    <a:pt x="1144" y="0"/>
                  </a:moveTo>
                  <a:cubicBezTo>
                    <a:pt x="759" y="165"/>
                    <a:pt x="374" y="363"/>
                    <a:pt x="1" y="583"/>
                  </a:cubicBezTo>
                  <a:cubicBezTo>
                    <a:pt x="89" y="726"/>
                    <a:pt x="254" y="825"/>
                    <a:pt x="440" y="825"/>
                  </a:cubicBezTo>
                  <a:lnTo>
                    <a:pt x="506" y="825"/>
                  </a:lnTo>
                  <a:lnTo>
                    <a:pt x="4685" y="308"/>
                  </a:lnTo>
                  <a:lnTo>
                    <a:pt x="8864" y="825"/>
                  </a:lnTo>
                  <a:lnTo>
                    <a:pt x="8930" y="825"/>
                  </a:lnTo>
                  <a:cubicBezTo>
                    <a:pt x="9117" y="825"/>
                    <a:pt x="9271" y="737"/>
                    <a:pt x="9370" y="583"/>
                  </a:cubicBezTo>
                  <a:cubicBezTo>
                    <a:pt x="8996" y="363"/>
                    <a:pt x="8611" y="165"/>
                    <a:pt x="8215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7" name="Google Shape;1697;p38"/>
            <p:cNvSpPr/>
            <p:nvPr/>
          </p:nvSpPr>
          <p:spPr>
            <a:xfrm>
              <a:off x="6902276" y="2003610"/>
              <a:ext cx="611139" cy="132713"/>
            </a:xfrm>
            <a:custGeom>
              <a:avLst/>
              <a:gdLst/>
              <a:ahLst/>
              <a:cxnLst/>
              <a:rect l="l" t="t" r="r" b="b"/>
              <a:pathLst>
                <a:path w="9591" h="2083" extrusionOk="0">
                  <a:moveTo>
                    <a:pt x="9036" y="0"/>
                  </a:moveTo>
                  <a:cubicBezTo>
                    <a:pt x="9016" y="0"/>
                    <a:pt x="8995" y="1"/>
                    <a:pt x="8974" y="4"/>
                  </a:cubicBezTo>
                  <a:lnTo>
                    <a:pt x="484" y="1059"/>
                  </a:lnTo>
                  <a:cubicBezTo>
                    <a:pt x="199" y="1092"/>
                    <a:pt x="1" y="1345"/>
                    <a:pt x="34" y="1631"/>
                  </a:cubicBezTo>
                  <a:cubicBezTo>
                    <a:pt x="67" y="1895"/>
                    <a:pt x="298" y="2082"/>
                    <a:pt x="550" y="2082"/>
                  </a:cubicBezTo>
                  <a:lnTo>
                    <a:pt x="616" y="2082"/>
                  </a:lnTo>
                  <a:lnTo>
                    <a:pt x="9106" y="1026"/>
                  </a:lnTo>
                  <a:cubicBezTo>
                    <a:pt x="9392" y="993"/>
                    <a:pt x="9590" y="741"/>
                    <a:pt x="9557" y="455"/>
                  </a:cubicBezTo>
                  <a:cubicBezTo>
                    <a:pt x="9516" y="190"/>
                    <a:pt x="9296" y="0"/>
                    <a:pt x="90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8" name="Google Shape;1698;p38"/>
            <p:cNvSpPr/>
            <p:nvPr/>
          </p:nvSpPr>
          <p:spPr>
            <a:xfrm>
              <a:off x="7099172" y="2051777"/>
              <a:ext cx="132538" cy="572903"/>
            </a:xfrm>
            <a:custGeom>
              <a:avLst/>
              <a:gdLst/>
              <a:ahLst/>
              <a:cxnLst/>
              <a:rect l="l" t="t" r="r" b="b"/>
              <a:pathLst>
                <a:path w="2080" h="8992" extrusionOk="0">
                  <a:moveTo>
                    <a:pt x="1492" y="1"/>
                  </a:moveTo>
                  <a:cubicBezTo>
                    <a:pt x="1316" y="1"/>
                    <a:pt x="1147" y="89"/>
                    <a:pt x="1046" y="248"/>
                  </a:cubicBezTo>
                  <a:cubicBezTo>
                    <a:pt x="1002" y="325"/>
                    <a:pt x="1" y="2041"/>
                    <a:pt x="408" y="4284"/>
                  </a:cubicBezTo>
                  <a:cubicBezTo>
                    <a:pt x="848" y="6671"/>
                    <a:pt x="276" y="8276"/>
                    <a:pt x="265" y="8287"/>
                  </a:cubicBezTo>
                  <a:cubicBezTo>
                    <a:pt x="166" y="8551"/>
                    <a:pt x="298" y="8859"/>
                    <a:pt x="573" y="8958"/>
                  </a:cubicBezTo>
                  <a:cubicBezTo>
                    <a:pt x="628" y="8980"/>
                    <a:pt x="694" y="8991"/>
                    <a:pt x="749" y="8991"/>
                  </a:cubicBezTo>
                  <a:cubicBezTo>
                    <a:pt x="958" y="8991"/>
                    <a:pt x="1156" y="8859"/>
                    <a:pt x="1233" y="8650"/>
                  </a:cubicBezTo>
                  <a:cubicBezTo>
                    <a:pt x="1265" y="8573"/>
                    <a:pt x="1914" y="6792"/>
                    <a:pt x="1430" y="4097"/>
                  </a:cubicBezTo>
                  <a:cubicBezTo>
                    <a:pt x="1090" y="2250"/>
                    <a:pt x="1936" y="798"/>
                    <a:pt x="1936" y="776"/>
                  </a:cubicBezTo>
                  <a:cubicBezTo>
                    <a:pt x="2079" y="534"/>
                    <a:pt x="2002" y="215"/>
                    <a:pt x="1760" y="73"/>
                  </a:cubicBezTo>
                  <a:cubicBezTo>
                    <a:pt x="1675" y="24"/>
                    <a:pt x="1582" y="1"/>
                    <a:pt x="1492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699" name="Google Shape;1699;p38"/>
            <p:cNvSpPr/>
            <p:nvPr/>
          </p:nvSpPr>
          <p:spPr>
            <a:xfrm>
              <a:off x="7160853" y="2052159"/>
              <a:ext cx="136042" cy="487719"/>
            </a:xfrm>
            <a:custGeom>
              <a:avLst/>
              <a:gdLst/>
              <a:ahLst/>
              <a:cxnLst/>
              <a:rect l="l" t="t" r="r" b="b"/>
              <a:pathLst>
                <a:path w="2135" h="7655" extrusionOk="0">
                  <a:moveTo>
                    <a:pt x="517" y="1"/>
                  </a:moveTo>
                  <a:cubicBezTo>
                    <a:pt x="232" y="1"/>
                    <a:pt x="1" y="231"/>
                    <a:pt x="12" y="517"/>
                  </a:cubicBezTo>
                  <a:cubicBezTo>
                    <a:pt x="12" y="594"/>
                    <a:pt x="45" y="2420"/>
                    <a:pt x="594" y="4091"/>
                  </a:cubicBezTo>
                  <a:cubicBezTo>
                    <a:pt x="1078" y="5576"/>
                    <a:pt x="990" y="7083"/>
                    <a:pt x="990" y="7094"/>
                  </a:cubicBezTo>
                  <a:cubicBezTo>
                    <a:pt x="968" y="7380"/>
                    <a:pt x="1188" y="7633"/>
                    <a:pt x="1474" y="7644"/>
                  </a:cubicBezTo>
                  <a:lnTo>
                    <a:pt x="1507" y="7644"/>
                  </a:lnTo>
                  <a:lnTo>
                    <a:pt x="1507" y="7655"/>
                  </a:lnTo>
                  <a:cubicBezTo>
                    <a:pt x="1782" y="7655"/>
                    <a:pt x="2002" y="7446"/>
                    <a:pt x="2024" y="7171"/>
                  </a:cubicBezTo>
                  <a:cubicBezTo>
                    <a:pt x="2024" y="7094"/>
                    <a:pt x="2134" y="5444"/>
                    <a:pt x="1573" y="3762"/>
                  </a:cubicBezTo>
                  <a:cubicBezTo>
                    <a:pt x="1078" y="2255"/>
                    <a:pt x="1045" y="539"/>
                    <a:pt x="1045" y="506"/>
                  </a:cubicBezTo>
                  <a:cubicBezTo>
                    <a:pt x="1045" y="220"/>
                    <a:pt x="814" y="1"/>
                    <a:pt x="528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0" name="Google Shape;1700;p38"/>
            <p:cNvSpPr/>
            <p:nvPr/>
          </p:nvSpPr>
          <p:spPr>
            <a:xfrm>
              <a:off x="7099172" y="2037123"/>
              <a:ext cx="132538" cy="572839"/>
            </a:xfrm>
            <a:custGeom>
              <a:avLst/>
              <a:gdLst/>
              <a:ahLst/>
              <a:cxnLst/>
              <a:rect l="l" t="t" r="r" b="b"/>
              <a:pathLst>
                <a:path w="2080" h="8991" extrusionOk="0">
                  <a:moveTo>
                    <a:pt x="1494" y="0"/>
                  </a:moveTo>
                  <a:cubicBezTo>
                    <a:pt x="1318" y="0"/>
                    <a:pt x="1148" y="91"/>
                    <a:pt x="1046" y="259"/>
                  </a:cubicBezTo>
                  <a:cubicBezTo>
                    <a:pt x="1002" y="325"/>
                    <a:pt x="1" y="2040"/>
                    <a:pt x="408" y="4283"/>
                  </a:cubicBezTo>
                  <a:cubicBezTo>
                    <a:pt x="848" y="6681"/>
                    <a:pt x="276" y="8275"/>
                    <a:pt x="265" y="8286"/>
                  </a:cubicBezTo>
                  <a:cubicBezTo>
                    <a:pt x="166" y="8561"/>
                    <a:pt x="298" y="8858"/>
                    <a:pt x="573" y="8957"/>
                  </a:cubicBezTo>
                  <a:cubicBezTo>
                    <a:pt x="628" y="8979"/>
                    <a:pt x="694" y="8990"/>
                    <a:pt x="749" y="8990"/>
                  </a:cubicBezTo>
                  <a:cubicBezTo>
                    <a:pt x="958" y="8990"/>
                    <a:pt x="1156" y="8858"/>
                    <a:pt x="1233" y="8649"/>
                  </a:cubicBezTo>
                  <a:cubicBezTo>
                    <a:pt x="1265" y="8583"/>
                    <a:pt x="1914" y="6791"/>
                    <a:pt x="1430" y="4097"/>
                  </a:cubicBezTo>
                  <a:cubicBezTo>
                    <a:pt x="1090" y="2249"/>
                    <a:pt x="1936" y="797"/>
                    <a:pt x="1936" y="786"/>
                  </a:cubicBezTo>
                  <a:cubicBezTo>
                    <a:pt x="2079" y="533"/>
                    <a:pt x="2002" y="215"/>
                    <a:pt x="1760" y="72"/>
                  </a:cubicBezTo>
                  <a:cubicBezTo>
                    <a:pt x="1675" y="24"/>
                    <a:pt x="1584" y="0"/>
                    <a:pt x="14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1" name="Google Shape;1701;p38"/>
            <p:cNvSpPr/>
            <p:nvPr/>
          </p:nvSpPr>
          <p:spPr>
            <a:xfrm>
              <a:off x="7160853" y="2037441"/>
              <a:ext cx="136042" cy="487719"/>
            </a:xfrm>
            <a:custGeom>
              <a:avLst/>
              <a:gdLst/>
              <a:ahLst/>
              <a:cxnLst/>
              <a:rect l="l" t="t" r="r" b="b"/>
              <a:pathLst>
                <a:path w="2135" h="7655" extrusionOk="0">
                  <a:moveTo>
                    <a:pt x="517" y="1"/>
                  </a:moveTo>
                  <a:cubicBezTo>
                    <a:pt x="232" y="1"/>
                    <a:pt x="1" y="232"/>
                    <a:pt x="12" y="517"/>
                  </a:cubicBezTo>
                  <a:cubicBezTo>
                    <a:pt x="12" y="594"/>
                    <a:pt x="45" y="2420"/>
                    <a:pt x="594" y="4092"/>
                  </a:cubicBezTo>
                  <a:cubicBezTo>
                    <a:pt x="1078" y="5576"/>
                    <a:pt x="990" y="7083"/>
                    <a:pt x="990" y="7094"/>
                  </a:cubicBezTo>
                  <a:cubicBezTo>
                    <a:pt x="968" y="7380"/>
                    <a:pt x="1188" y="7633"/>
                    <a:pt x="1474" y="7644"/>
                  </a:cubicBezTo>
                  <a:lnTo>
                    <a:pt x="1507" y="7644"/>
                  </a:lnTo>
                  <a:lnTo>
                    <a:pt x="1507" y="7655"/>
                  </a:lnTo>
                  <a:cubicBezTo>
                    <a:pt x="1782" y="7655"/>
                    <a:pt x="2002" y="7446"/>
                    <a:pt x="2024" y="7171"/>
                  </a:cubicBezTo>
                  <a:cubicBezTo>
                    <a:pt x="2024" y="7094"/>
                    <a:pt x="2134" y="5444"/>
                    <a:pt x="1573" y="3762"/>
                  </a:cubicBezTo>
                  <a:cubicBezTo>
                    <a:pt x="1078" y="2255"/>
                    <a:pt x="1045" y="539"/>
                    <a:pt x="1045" y="506"/>
                  </a:cubicBezTo>
                  <a:cubicBezTo>
                    <a:pt x="1045" y="221"/>
                    <a:pt x="814" y="1"/>
                    <a:pt x="52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2" name="Google Shape;1702;p38"/>
            <p:cNvSpPr/>
            <p:nvPr/>
          </p:nvSpPr>
          <p:spPr>
            <a:xfrm>
              <a:off x="7096368" y="3391162"/>
              <a:ext cx="802426" cy="128954"/>
            </a:xfrm>
            <a:custGeom>
              <a:avLst/>
              <a:gdLst/>
              <a:ahLst/>
              <a:cxnLst/>
              <a:rect l="l" t="t" r="r" b="b"/>
              <a:pathLst>
                <a:path w="12593" h="2024" extrusionOk="0">
                  <a:moveTo>
                    <a:pt x="1024" y="0"/>
                  </a:moveTo>
                  <a:cubicBezTo>
                    <a:pt x="463" y="0"/>
                    <a:pt x="1" y="451"/>
                    <a:pt x="1" y="1012"/>
                  </a:cubicBezTo>
                  <a:cubicBezTo>
                    <a:pt x="1" y="1573"/>
                    <a:pt x="463" y="2023"/>
                    <a:pt x="1024" y="2023"/>
                  </a:cubicBezTo>
                  <a:lnTo>
                    <a:pt x="11581" y="2023"/>
                  </a:lnTo>
                  <a:cubicBezTo>
                    <a:pt x="12142" y="2023"/>
                    <a:pt x="12593" y="1573"/>
                    <a:pt x="12593" y="1012"/>
                  </a:cubicBezTo>
                  <a:cubicBezTo>
                    <a:pt x="12593" y="451"/>
                    <a:pt x="12142" y="0"/>
                    <a:pt x="115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3" name="Google Shape;1703;p38"/>
            <p:cNvSpPr/>
            <p:nvPr/>
          </p:nvSpPr>
          <p:spPr>
            <a:xfrm>
              <a:off x="7511251" y="3391162"/>
              <a:ext cx="253733" cy="128954"/>
            </a:xfrm>
            <a:custGeom>
              <a:avLst/>
              <a:gdLst/>
              <a:ahLst/>
              <a:cxnLst/>
              <a:rect l="l" t="t" r="r" b="b"/>
              <a:pathLst>
                <a:path w="3982" h="2024" extrusionOk="0">
                  <a:moveTo>
                    <a:pt x="0" y="0"/>
                  </a:moveTo>
                  <a:lnTo>
                    <a:pt x="0" y="2023"/>
                  </a:lnTo>
                  <a:lnTo>
                    <a:pt x="3981" y="2023"/>
                  </a:lnTo>
                  <a:lnTo>
                    <a:pt x="39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4" name="Google Shape;1704;p38"/>
            <p:cNvSpPr/>
            <p:nvPr/>
          </p:nvSpPr>
          <p:spPr>
            <a:xfrm>
              <a:off x="7794998" y="3391162"/>
              <a:ext cx="52633" cy="128954"/>
            </a:xfrm>
            <a:custGeom>
              <a:avLst/>
              <a:gdLst/>
              <a:ahLst/>
              <a:cxnLst/>
              <a:rect l="l" t="t" r="r" b="b"/>
              <a:pathLst>
                <a:path w="826" h="2024" extrusionOk="0">
                  <a:moveTo>
                    <a:pt x="1" y="0"/>
                  </a:moveTo>
                  <a:lnTo>
                    <a:pt x="1" y="2023"/>
                  </a:lnTo>
                  <a:lnTo>
                    <a:pt x="826" y="2023"/>
                  </a:lnTo>
                  <a:lnTo>
                    <a:pt x="82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5" name="Google Shape;1705;p38"/>
            <p:cNvSpPr/>
            <p:nvPr/>
          </p:nvSpPr>
          <p:spPr>
            <a:xfrm>
              <a:off x="7147536" y="3391162"/>
              <a:ext cx="52633" cy="128954"/>
            </a:xfrm>
            <a:custGeom>
              <a:avLst/>
              <a:gdLst/>
              <a:ahLst/>
              <a:cxnLst/>
              <a:rect l="l" t="t" r="r" b="b"/>
              <a:pathLst>
                <a:path w="826" h="2024" extrusionOk="0">
                  <a:moveTo>
                    <a:pt x="1" y="0"/>
                  </a:moveTo>
                  <a:lnTo>
                    <a:pt x="1" y="2023"/>
                  </a:lnTo>
                  <a:lnTo>
                    <a:pt x="825" y="2023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6" name="Google Shape;1706;p38"/>
            <p:cNvSpPr/>
            <p:nvPr/>
          </p:nvSpPr>
          <p:spPr>
            <a:xfrm>
              <a:off x="7130012" y="3400910"/>
              <a:ext cx="735839" cy="25294"/>
            </a:xfrm>
            <a:custGeom>
              <a:avLst/>
              <a:gdLst/>
              <a:ahLst/>
              <a:cxnLst/>
              <a:rect l="l" t="t" r="r" b="b"/>
              <a:pathLst>
                <a:path w="11548" h="397" extrusionOk="0">
                  <a:moveTo>
                    <a:pt x="199" y="1"/>
                  </a:moveTo>
                  <a:cubicBezTo>
                    <a:pt x="89" y="1"/>
                    <a:pt x="1" y="89"/>
                    <a:pt x="1" y="199"/>
                  </a:cubicBezTo>
                  <a:cubicBezTo>
                    <a:pt x="1" y="309"/>
                    <a:pt x="89" y="397"/>
                    <a:pt x="199" y="397"/>
                  </a:cubicBezTo>
                  <a:lnTo>
                    <a:pt x="11350" y="397"/>
                  </a:lnTo>
                  <a:cubicBezTo>
                    <a:pt x="11460" y="397"/>
                    <a:pt x="11548" y="309"/>
                    <a:pt x="11548" y="199"/>
                  </a:cubicBezTo>
                  <a:cubicBezTo>
                    <a:pt x="11548" y="89"/>
                    <a:pt x="11460" y="1"/>
                    <a:pt x="11350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7" name="Google Shape;1707;p38"/>
            <p:cNvSpPr/>
            <p:nvPr/>
          </p:nvSpPr>
          <p:spPr>
            <a:xfrm>
              <a:off x="7125106" y="3506037"/>
              <a:ext cx="745651" cy="14080"/>
            </a:xfrm>
            <a:custGeom>
              <a:avLst/>
              <a:gdLst/>
              <a:ahLst/>
              <a:cxnLst/>
              <a:rect l="l" t="t" r="r" b="b"/>
              <a:pathLst>
                <a:path w="11702" h="221" extrusionOk="0">
                  <a:moveTo>
                    <a:pt x="111" y="1"/>
                  </a:moveTo>
                  <a:cubicBezTo>
                    <a:pt x="45" y="1"/>
                    <a:pt x="1" y="56"/>
                    <a:pt x="1" y="111"/>
                  </a:cubicBezTo>
                  <a:cubicBezTo>
                    <a:pt x="1" y="176"/>
                    <a:pt x="45" y="220"/>
                    <a:pt x="111" y="220"/>
                  </a:cubicBezTo>
                  <a:lnTo>
                    <a:pt x="11592" y="220"/>
                  </a:lnTo>
                  <a:cubicBezTo>
                    <a:pt x="11647" y="220"/>
                    <a:pt x="11702" y="176"/>
                    <a:pt x="11702" y="111"/>
                  </a:cubicBezTo>
                  <a:cubicBezTo>
                    <a:pt x="11702" y="56"/>
                    <a:pt x="11647" y="1"/>
                    <a:pt x="11592" y="1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8" name="Google Shape;1708;p38"/>
            <p:cNvSpPr/>
            <p:nvPr/>
          </p:nvSpPr>
          <p:spPr>
            <a:xfrm>
              <a:off x="6993396" y="3261505"/>
              <a:ext cx="801661" cy="129719"/>
            </a:xfrm>
            <a:custGeom>
              <a:avLst/>
              <a:gdLst/>
              <a:ahLst/>
              <a:cxnLst/>
              <a:rect l="l" t="t" r="r" b="b"/>
              <a:pathLst>
                <a:path w="12581" h="2036" extrusionOk="0">
                  <a:moveTo>
                    <a:pt x="1012" y="1"/>
                  </a:moveTo>
                  <a:cubicBezTo>
                    <a:pt x="451" y="1"/>
                    <a:pt x="0" y="451"/>
                    <a:pt x="0" y="1012"/>
                  </a:cubicBezTo>
                  <a:cubicBezTo>
                    <a:pt x="0" y="1573"/>
                    <a:pt x="451" y="2035"/>
                    <a:pt x="1012" y="2035"/>
                  </a:cubicBezTo>
                  <a:lnTo>
                    <a:pt x="11569" y="2035"/>
                  </a:lnTo>
                  <a:cubicBezTo>
                    <a:pt x="12130" y="2035"/>
                    <a:pt x="12581" y="1573"/>
                    <a:pt x="12581" y="1012"/>
                  </a:cubicBezTo>
                  <a:cubicBezTo>
                    <a:pt x="12581" y="451"/>
                    <a:pt x="12130" y="1"/>
                    <a:pt x="1156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09" name="Google Shape;1709;p38"/>
            <p:cNvSpPr/>
            <p:nvPr/>
          </p:nvSpPr>
          <p:spPr>
            <a:xfrm>
              <a:off x="7407515" y="3261505"/>
              <a:ext cx="253733" cy="129719"/>
            </a:xfrm>
            <a:custGeom>
              <a:avLst/>
              <a:gdLst/>
              <a:ahLst/>
              <a:cxnLst/>
              <a:rect l="l" t="t" r="r" b="b"/>
              <a:pathLst>
                <a:path w="3982" h="2036" extrusionOk="0">
                  <a:moveTo>
                    <a:pt x="1" y="1"/>
                  </a:moveTo>
                  <a:lnTo>
                    <a:pt x="1" y="2035"/>
                  </a:lnTo>
                  <a:lnTo>
                    <a:pt x="3982" y="2035"/>
                  </a:lnTo>
                  <a:lnTo>
                    <a:pt x="398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0" name="Google Shape;1710;p38"/>
            <p:cNvSpPr/>
            <p:nvPr/>
          </p:nvSpPr>
          <p:spPr>
            <a:xfrm>
              <a:off x="7691325" y="3261505"/>
              <a:ext cx="52633" cy="129719"/>
            </a:xfrm>
            <a:custGeom>
              <a:avLst/>
              <a:gdLst/>
              <a:ahLst/>
              <a:cxnLst/>
              <a:rect l="l" t="t" r="r" b="b"/>
              <a:pathLst>
                <a:path w="826" h="2036" extrusionOk="0">
                  <a:moveTo>
                    <a:pt x="0" y="1"/>
                  </a:moveTo>
                  <a:lnTo>
                    <a:pt x="0" y="2035"/>
                  </a:lnTo>
                  <a:lnTo>
                    <a:pt x="825" y="2035"/>
                  </a:lnTo>
                  <a:lnTo>
                    <a:pt x="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1" name="Google Shape;1711;p38"/>
            <p:cNvSpPr/>
            <p:nvPr/>
          </p:nvSpPr>
          <p:spPr>
            <a:xfrm>
              <a:off x="7043863" y="3261505"/>
              <a:ext cx="52569" cy="129719"/>
            </a:xfrm>
            <a:custGeom>
              <a:avLst/>
              <a:gdLst/>
              <a:ahLst/>
              <a:cxnLst/>
              <a:rect l="l" t="t" r="r" b="b"/>
              <a:pathLst>
                <a:path w="825" h="2036" extrusionOk="0">
                  <a:moveTo>
                    <a:pt x="0" y="1"/>
                  </a:moveTo>
                  <a:lnTo>
                    <a:pt x="0" y="2035"/>
                  </a:lnTo>
                  <a:lnTo>
                    <a:pt x="825" y="2035"/>
                  </a:lnTo>
                  <a:lnTo>
                    <a:pt x="82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2" name="Google Shape;1712;p38"/>
            <p:cNvSpPr/>
            <p:nvPr/>
          </p:nvSpPr>
          <p:spPr>
            <a:xfrm>
              <a:off x="7026339" y="3271317"/>
              <a:ext cx="735839" cy="25995"/>
            </a:xfrm>
            <a:custGeom>
              <a:avLst/>
              <a:gdLst/>
              <a:ahLst/>
              <a:cxnLst/>
              <a:rect l="l" t="t" r="r" b="b"/>
              <a:pathLst>
                <a:path w="11548" h="408" extrusionOk="0">
                  <a:moveTo>
                    <a:pt x="198" y="1"/>
                  </a:moveTo>
                  <a:cubicBezTo>
                    <a:pt x="88" y="1"/>
                    <a:pt x="0" y="88"/>
                    <a:pt x="0" y="198"/>
                  </a:cubicBezTo>
                  <a:cubicBezTo>
                    <a:pt x="0" y="308"/>
                    <a:pt x="88" y="407"/>
                    <a:pt x="198" y="407"/>
                  </a:cubicBezTo>
                  <a:lnTo>
                    <a:pt x="11349" y="407"/>
                  </a:lnTo>
                  <a:cubicBezTo>
                    <a:pt x="11459" y="407"/>
                    <a:pt x="11547" y="308"/>
                    <a:pt x="11547" y="198"/>
                  </a:cubicBezTo>
                  <a:cubicBezTo>
                    <a:pt x="11547" y="88"/>
                    <a:pt x="11459" y="1"/>
                    <a:pt x="11349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3" name="Google Shape;1713;p38"/>
            <p:cNvSpPr/>
            <p:nvPr/>
          </p:nvSpPr>
          <p:spPr>
            <a:xfrm>
              <a:off x="7021433" y="3377145"/>
              <a:ext cx="745651" cy="14080"/>
            </a:xfrm>
            <a:custGeom>
              <a:avLst/>
              <a:gdLst/>
              <a:ahLst/>
              <a:cxnLst/>
              <a:rect l="l" t="t" r="r" b="b"/>
              <a:pathLst>
                <a:path w="11702" h="221" extrusionOk="0">
                  <a:moveTo>
                    <a:pt x="110" y="0"/>
                  </a:moveTo>
                  <a:cubicBezTo>
                    <a:pt x="55" y="0"/>
                    <a:pt x="0" y="44"/>
                    <a:pt x="0" y="110"/>
                  </a:cubicBezTo>
                  <a:cubicBezTo>
                    <a:pt x="0" y="165"/>
                    <a:pt x="55" y="220"/>
                    <a:pt x="110" y="220"/>
                  </a:cubicBezTo>
                  <a:lnTo>
                    <a:pt x="11591" y="220"/>
                  </a:lnTo>
                  <a:cubicBezTo>
                    <a:pt x="11657" y="220"/>
                    <a:pt x="11701" y="165"/>
                    <a:pt x="11701" y="110"/>
                  </a:cubicBezTo>
                  <a:cubicBezTo>
                    <a:pt x="11701" y="44"/>
                    <a:pt x="11657" y="0"/>
                    <a:pt x="11591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4" name="Google Shape;1714;p38"/>
            <p:cNvSpPr/>
            <p:nvPr/>
          </p:nvSpPr>
          <p:spPr>
            <a:xfrm>
              <a:off x="6538624" y="3008499"/>
              <a:ext cx="712708" cy="495046"/>
            </a:xfrm>
            <a:custGeom>
              <a:avLst/>
              <a:gdLst/>
              <a:ahLst/>
              <a:cxnLst/>
              <a:rect l="l" t="t" r="r" b="b"/>
              <a:pathLst>
                <a:path w="11185" h="7770" extrusionOk="0">
                  <a:moveTo>
                    <a:pt x="10025" y="0"/>
                  </a:moveTo>
                  <a:cubicBezTo>
                    <a:pt x="9834" y="0"/>
                    <a:pt x="9641" y="54"/>
                    <a:pt x="9469" y="167"/>
                  </a:cubicBezTo>
                  <a:lnTo>
                    <a:pt x="605" y="5907"/>
                  </a:lnTo>
                  <a:cubicBezTo>
                    <a:pt x="132" y="6204"/>
                    <a:pt x="0" y="6831"/>
                    <a:pt x="308" y="7304"/>
                  </a:cubicBezTo>
                  <a:cubicBezTo>
                    <a:pt x="505" y="7607"/>
                    <a:pt x="833" y="7770"/>
                    <a:pt x="1168" y="7770"/>
                  </a:cubicBezTo>
                  <a:cubicBezTo>
                    <a:pt x="1356" y="7770"/>
                    <a:pt x="1546" y="7718"/>
                    <a:pt x="1716" y="7612"/>
                  </a:cubicBezTo>
                  <a:lnTo>
                    <a:pt x="10568" y="1871"/>
                  </a:lnTo>
                  <a:cubicBezTo>
                    <a:pt x="11041" y="1563"/>
                    <a:pt x="11184" y="936"/>
                    <a:pt x="10876" y="463"/>
                  </a:cubicBezTo>
                  <a:cubicBezTo>
                    <a:pt x="10681" y="163"/>
                    <a:pt x="10357" y="0"/>
                    <a:pt x="1002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5" name="Google Shape;1715;p38"/>
            <p:cNvSpPr/>
            <p:nvPr/>
          </p:nvSpPr>
          <p:spPr>
            <a:xfrm>
              <a:off x="6870734" y="3056220"/>
              <a:ext cx="283172" cy="246695"/>
            </a:xfrm>
            <a:custGeom>
              <a:avLst/>
              <a:gdLst/>
              <a:ahLst/>
              <a:cxnLst/>
              <a:rect l="l" t="t" r="r" b="b"/>
              <a:pathLst>
                <a:path w="4444" h="3872" extrusionOk="0">
                  <a:moveTo>
                    <a:pt x="3344" y="0"/>
                  </a:moveTo>
                  <a:lnTo>
                    <a:pt x="1" y="2167"/>
                  </a:lnTo>
                  <a:lnTo>
                    <a:pt x="1100" y="3871"/>
                  </a:lnTo>
                  <a:lnTo>
                    <a:pt x="4444" y="1705"/>
                  </a:lnTo>
                  <a:lnTo>
                    <a:pt x="334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6" name="Google Shape;1716;p38"/>
            <p:cNvSpPr/>
            <p:nvPr/>
          </p:nvSpPr>
          <p:spPr>
            <a:xfrm>
              <a:off x="7109686" y="3011366"/>
              <a:ext cx="113613" cy="137428"/>
            </a:xfrm>
            <a:custGeom>
              <a:avLst/>
              <a:gdLst/>
              <a:ahLst/>
              <a:cxnLst/>
              <a:rect l="l" t="t" r="r" b="b"/>
              <a:pathLst>
                <a:path w="1783" h="2157" extrusionOk="0">
                  <a:moveTo>
                    <a:pt x="683" y="1"/>
                  </a:moveTo>
                  <a:lnTo>
                    <a:pt x="1" y="451"/>
                  </a:lnTo>
                  <a:lnTo>
                    <a:pt x="1100" y="2156"/>
                  </a:lnTo>
                  <a:lnTo>
                    <a:pt x="1782" y="1705"/>
                  </a:lnTo>
                  <a:lnTo>
                    <a:pt x="68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7" name="Google Shape;1717;p38"/>
            <p:cNvSpPr/>
            <p:nvPr/>
          </p:nvSpPr>
          <p:spPr>
            <a:xfrm>
              <a:off x="6559652" y="3014743"/>
              <a:ext cx="625093" cy="412284"/>
            </a:xfrm>
            <a:custGeom>
              <a:avLst/>
              <a:gdLst/>
              <a:ahLst/>
              <a:cxnLst/>
              <a:rect l="l" t="t" r="r" b="b"/>
              <a:pathLst>
                <a:path w="9810" h="6471" extrusionOk="0">
                  <a:moveTo>
                    <a:pt x="9581" y="1"/>
                  </a:moveTo>
                  <a:cubicBezTo>
                    <a:pt x="9543" y="1"/>
                    <a:pt x="9504" y="12"/>
                    <a:pt x="9469" y="36"/>
                  </a:cubicBezTo>
                  <a:lnTo>
                    <a:pt x="121" y="6095"/>
                  </a:lnTo>
                  <a:cubicBezTo>
                    <a:pt x="22" y="6161"/>
                    <a:pt x="0" y="6282"/>
                    <a:pt x="55" y="6381"/>
                  </a:cubicBezTo>
                  <a:cubicBezTo>
                    <a:pt x="97" y="6437"/>
                    <a:pt x="161" y="6471"/>
                    <a:pt x="228" y="6471"/>
                  </a:cubicBezTo>
                  <a:cubicBezTo>
                    <a:pt x="266" y="6471"/>
                    <a:pt x="305" y="6460"/>
                    <a:pt x="341" y="6436"/>
                  </a:cubicBezTo>
                  <a:lnTo>
                    <a:pt x="9689" y="376"/>
                  </a:lnTo>
                  <a:cubicBezTo>
                    <a:pt x="9787" y="310"/>
                    <a:pt x="9809" y="190"/>
                    <a:pt x="9754" y="91"/>
                  </a:cubicBezTo>
                  <a:cubicBezTo>
                    <a:pt x="9712" y="34"/>
                    <a:pt x="9648" y="1"/>
                    <a:pt x="9581" y="1"/>
                  </a:cubicBezTo>
                  <a:close/>
                </a:path>
              </a:pathLst>
            </a:custGeom>
            <a:solidFill>
              <a:srgbClr val="FFFFFF">
                <a:alpha val="2893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8" name="Google Shape;1718;p38"/>
            <p:cNvSpPr/>
            <p:nvPr/>
          </p:nvSpPr>
          <p:spPr>
            <a:xfrm>
              <a:off x="6611456" y="3098653"/>
              <a:ext cx="630063" cy="411965"/>
            </a:xfrm>
            <a:custGeom>
              <a:avLst/>
              <a:gdLst/>
              <a:ahLst/>
              <a:cxnLst/>
              <a:rect l="l" t="t" r="r" b="b"/>
              <a:pathLst>
                <a:path w="9888" h="6466" extrusionOk="0">
                  <a:moveTo>
                    <a:pt x="9757" y="0"/>
                  </a:moveTo>
                  <a:cubicBezTo>
                    <a:pt x="9738" y="0"/>
                    <a:pt x="9719" y="5"/>
                    <a:pt x="9700" y="16"/>
                  </a:cubicBezTo>
                  <a:lnTo>
                    <a:pt x="67" y="6263"/>
                  </a:lnTo>
                  <a:cubicBezTo>
                    <a:pt x="12" y="6296"/>
                    <a:pt x="1" y="6362"/>
                    <a:pt x="34" y="6417"/>
                  </a:cubicBezTo>
                  <a:cubicBezTo>
                    <a:pt x="56" y="6446"/>
                    <a:pt x="92" y="6465"/>
                    <a:pt x="131" y="6465"/>
                  </a:cubicBezTo>
                  <a:cubicBezTo>
                    <a:pt x="150" y="6465"/>
                    <a:pt x="169" y="6461"/>
                    <a:pt x="188" y="6450"/>
                  </a:cubicBezTo>
                  <a:lnTo>
                    <a:pt x="9821" y="203"/>
                  </a:lnTo>
                  <a:cubicBezTo>
                    <a:pt x="9865" y="170"/>
                    <a:pt x="9887" y="104"/>
                    <a:pt x="9854" y="49"/>
                  </a:cubicBezTo>
                  <a:cubicBezTo>
                    <a:pt x="9832" y="20"/>
                    <a:pt x="9796" y="0"/>
                    <a:pt x="9757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19" name="Google Shape;1719;p38"/>
            <p:cNvSpPr/>
            <p:nvPr/>
          </p:nvSpPr>
          <p:spPr>
            <a:xfrm>
              <a:off x="6902276" y="2003610"/>
              <a:ext cx="611139" cy="132713"/>
            </a:xfrm>
            <a:custGeom>
              <a:avLst/>
              <a:gdLst/>
              <a:ahLst/>
              <a:cxnLst/>
              <a:rect l="l" t="t" r="r" b="b"/>
              <a:pathLst>
                <a:path w="9591" h="2083" extrusionOk="0">
                  <a:moveTo>
                    <a:pt x="9036" y="0"/>
                  </a:moveTo>
                  <a:cubicBezTo>
                    <a:pt x="9016" y="0"/>
                    <a:pt x="8995" y="1"/>
                    <a:pt x="8974" y="4"/>
                  </a:cubicBezTo>
                  <a:lnTo>
                    <a:pt x="484" y="1059"/>
                  </a:lnTo>
                  <a:cubicBezTo>
                    <a:pt x="199" y="1092"/>
                    <a:pt x="1" y="1345"/>
                    <a:pt x="34" y="1631"/>
                  </a:cubicBezTo>
                  <a:cubicBezTo>
                    <a:pt x="67" y="1895"/>
                    <a:pt x="298" y="2082"/>
                    <a:pt x="550" y="2082"/>
                  </a:cubicBezTo>
                  <a:lnTo>
                    <a:pt x="616" y="2082"/>
                  </a:lnTo>
                  <a:lnTo>
                    <a:pt x="9106" y="1026"/>
                  </a:lnTo>
                  <a:cubicBezTo>
                    <a:pt x="9392" y="993"/>
                    <a:pt x="9590" y="741"/>
                    <a:pt x="9557" y="455"/>
                  </a:cubicBezTo>
                  <a:cubicBezTo>
                    <a:pt x="9516" y="190"/>
                    <a:pt x="9296" y="0"/>
                    <a:pt x="9036" y="0"/>
                  </a:cubicBezTo>
                  <a:close/>
                </a:path>
              </a:pathLst>
            </a:custGeom>
            <a:solidFill>
              <a:srgbClr val="000000">
                <a:alpha val="1195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0" name="Google Shape;1720;p38"/>
            <p:cNvSpPr/>
            <p:nvPr/>
          </p:nvSpPr>
          <p:spPr>
            <a:xfrm>
              <a:off x="6902276" y="2003610"/>
              <a:ext cx="611139" cy="132713"/>
            </a:xfrm>
            <a:custGeom>
              <a:avLst/>
              <a:gdLst/>
              <a:ahLst/>
              <a:cxnLst/>
              <a:rect l="l" t="t" r="r" b="b"/>
              <a:pathLst>
                <a:path w="9591" h="2083" extrusionOk="0">
                  <a:moveTo>
                    <a:pt x="554" y="0"/>
                  </a:moveTo>
                  <a:cubicBezTo>
                    <a:pt x="295" y="0"/>
                    <a:pt x="74" y="190"/>
                    <a:pt x="34" y="455"/>
                  </a:cubicBezTo>
                  <a:cubicBezTo>
                    <a:pt x="1" y="741"/>
                    <a:pt x="199" y="993"/>
                    <a:pt x="484" y="1026"/>
                  </a:cubicBezTo>
                  <a:lnTo>
                    <a:pt x="8974" y="2082"/>
                  </a:lnTo>
                  <a:lnTo>
                    <a:pt x="9040" y="2082"/>
                  </a:lnTo>
                  <a:cubicBezTo>
                    <a:pt x="9304" y="2082"/>
                    <a:pt x="9524" y="1895"/>
                    <a:pt x="9557" y="1631"/>
                  </a:cubicBezTo>
                  <a:cubicBezTo>
                    <a:pt x="9590" y="1345"/>
                    <a:pt x="9392" y="1092"/>
                    <a:pt x="9106" y="1059"/>
                  </a:cubicBezTo>
                  <a:lnTo>
                    <a:pt x="616" y="4"/>
                  </a:lnTo>
                  <a:cubicBezTo>
                    <a:pt x="596" y="1"/>
                    <a:pt x="575" y="0"/>
                    <a:pt x="55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1" name="Google Shape;1721;p38"/>
            <p:cNvSpPr/>
            <p:nvPr/>
          </p:nvSpPr>
          <p:spPr>
            <a:xfrm>
              <a:off x="7143330" y="2013740"/>
              <a:ext cx="55436" cy="100156"/>
            </a:xfrm>
            <a:custGeom>
              <a:avLst/>
              <a:gdLst/>
              <a:ahLst/>
              <a:cxnLst/>
              <a:rect l="l" t="t" r="r" b="b"/>
              <a:pathLst>
                <a:path w="870" h="1572" extrusionOk="0">
                  <a:moveTo>
                    <a:pt x="479" y="0"/>
                  </a:moveTo>
                  <a:cubicBezTo>
                    <a:pt x="319" y="0"/>
                    <a:pt x="170" y="105"/>
                    <a:pt x="133" y="274"/>
                  </a:cubicBezTo>
                  <a:cubicBezTo>
                    <a:pt x="122" y="285"/>
                    <a:pt x="1" y="769"/>
                    <a:pt x="34" y="1241"/>
                  </a:cubicBezTo>
                  <a:cubicBezTo>
                    <a:pt x="56" y="1428"/>
                    <a:pt x="210" y="1571"/>
                    <a:pt x="397" y="1571"/>
                  </a:cubicBezTo>
                  <a:lnTo>
                    <a:pt x="419" y="1571"/>
                  </a:lnTo>
                  <a:cubicBezTo>
                    <a:pt x="616" y="1549"/>
                    <a:pt x="759" y="1384"/>
                    <a:pt x="748" y="1186"/>
                  </a:cubicBezTo>
                  <a:cubicBezTo>
                    <a:pt x="726" y="834"/>
                    <a:pt x="814" y="450"/>
                    <a:pt x="814" y="450"/>
                  </a:cubicBezTo>
                  <a:cubicBezTo>
                    <a:pt x="869" y="252"/>
                    <a:pt x="759" y="65"/>
                    <a:pt x="561" y="10"/>
                  </a:cubicBezTo>
                  <a:cubicBezTo>
                    <a:pt x="534" y="3"/>
                    <a:pt x="506" y="0"/>
                    <a:pt x="47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2" name="Google Shape;1722;p38"/>
            <p:cNvSpPr/>
            <p:nvPr/>
          </p:nvSpPr>
          <p:spPr>
            <a:xfrm>
              <a:off x="7188189" y="2019092"/>
              <a:ext cx="54735" cy="99710"/>
            </a:xfrm>
            <a:custGeom>
              <a:avLst/>
              <a:gdLst/>
              <a:ahLst/>
              <a:cxnLst/>
              <a:rect l="l" t="t" r="r" b="b"/>
              <a:pathLst>
                <a:path w="859" h="1565" extrusionOk="0">
                  <a:moveTo>
                    <a:pt x="465" y="0"/>
                  </a:moveTo>
                  <a:cubicBezTo>
                    <a:pt x="305" y="0"/>
                    <a:pt x="167" y="110"/>
                    <a:pt x="121" y="267"/>
                  </a:cubicBezTo>
                  <a:cubicBezTo>
                    <a:pt x="121" y="289"/>
                    <a:pt x="0" y="761"/>
                    <a:pt x="33" y="1234"/>
                  </a:cubicBezTo>
                  <a:cubicBezTo>
                    <a:pt x="44" y="1421"/>
                    <a:pt x="198" y="1564"/>
                    <a:pt x="385" y="1564"/>
                  </a:cubicBezTo>
                  <a:lnTo>
                    <a:pt x="407" y="1564"/>
                  </a:lnTo>
                  <a:cubicBezTo>
                    <a:pt x="605" y="1553"/>
                    <a:pt x="748" y="1377"/>
                    <a:pt x="737" y="1179"/>
                  </a:cubicBezTo>
                  <a:cubicBezTo>
                    <a:pt x="715" y="827"/>
                    <a:pt x="803" y="454"/>
                    <a:pt x="814" y="443"/>
                  </a:cubicBezTo>
                  <a:cubicBezTo>
                    <a:pt x="858" y="256"/>
                    <a:pt x="748" y="58"/>
                    <a:pt x="561" y="14"/>
                  </a:cubicBezTo>
                  <a:cubicBezTo>
                    <a:pt x="529" y="5"/>
                    <a:pt x="496" y="0"/>
                    <a:pt x="4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3" name="Google Shape;1723;p38"/>
            <p:cNvSpPr/>
            <p:nvPr/>
          </p:nvSpPr>
          <p:spPr>
            <a:xfrm>
              <a:off x="7143330" y="2013740"/>
              <a:ext cx="55436" cy="100156"/>
            </a:xfrm>
            <a:custGeom>
              <a:avLst/>
              <a:gdLst/>
              <a:ahLst/>
              <a:cxnLst/>
              <a:rect l="l" t="t" r="r" b="b"/>
              <a:pathLst>
                <a:path w="870" h="1572" extrusionOk="0">
                  <a:moveTo>
                    <a:pt x="479" y="0"/>
                  </a:moveTo>
                  <a:cubicBezTo>
                    <a:pt x="319" y="0"/>
                    <a:pt x="170" y="105"/>
                    <a:pt x="133" y="274"/>
                  </a:cubicBezTo>
                  <a:cubicBezTo>
                    <a:pt x="122" y="285"/>
                    <a:pt x="1" y="769"/>
                    <a:pt x="34" y="1241"/>
                  </a:cubicBezTo>
                  <a:cubicBezTo>
                    <a:pt x="56" y="1428"/>
                    <a:pt x="210" y="1571"/>
                    <a:pt x="397" y="1571"/>
                  </a:cubicBezTo>
                  <a:lnTo>
                    <a:pt x="419" y="1571"/>
                  </a:lnTo>
                  <a:cubicBezTo>
                    <a:pt x="616" y="1549"/>
                    <a:pt x="759" y="1384"/>
                    <a:pt x="748" y="1186"/>
                  </a:cubicBezTo>
                  <a:cubicBezTo>
                    <a:pt x="726" y="834"/>
                    <a:pt x="814" y="450"/>
                    <a:pt x="814" y="450"/>
                  </a:cubicBezTo>
                  <a:cubicBezTo>
                    <a:pt x="869" y="252"/>
                    <a:pt x="759" y="65"/>
                    <a:pt x="561" y="10"/>
                  </a:cubicBezTo>
                  <a:cubicBezTo>
                    <a:pt x="534" y="3"/>
                    <a:pt x="506" y="0"/>
                    <a:pt x="479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  <p:sp>
          <p:nvSpPr>
            <p:cNvPr id="1724" name="Google Shape;1724;p38"/>
            <p:cNvSpPr/>
            <p:nvPr/>
          </p:nvSpPr>
          <p:spPr>
            <a:xfrm>
              <a:off x="7188189" y="2019092"/>
              <a:ext cx="54735" cy="99710"/>
            </a:xfrm>
            <a:custGeom>
              <a:avLst/>
              <a:gdLst/>
              <a:ahLst/>
              <a:cxnLst/>
              <a:rect l="l" t="t" r="r" b="b"/>
              <a:pathLst>
                <a:path w="859" h="1565" extrusionOk="0">
                  <a:moveTo>
                    <a:pt x="465" y="0"/>
                  </a:moveTo>
                  <a:cubicBezTo>
                    <a:pt x="305" y="0"/>
                    <a:pt x="167" y="110"/>
                    <a:pt x="121" y="267"/>
                  </a:cubicBezTo>
                  <a:cubicBezTo>
                    <a:pt x="121" y="289"/>
                    <a:pt x="0" y="761"/>
                    <a:pt x="33" y="1234"/>
                  </a:cubicBezTo>
                  <a:cubicBezTo>
                    <a:pt x="44" y="1421"/>
                    <a:pt x="198" y="1564"/>
                    <a:pt x="385" y="1564"/>
                  </a:cubicBezTo>
                  <a:lnTo>
                    <a:pt x="407" y="1564"/>
                  </a:lnTo>
                  <a:cubicBezTo>
                    <a:pt x="605" y="1553"/>
                    <a:pt x="748" y="1377"/>
                    <a:pt x="737" y="1179"/>
                  </a:cubicBezTo>
                  <a:cubicBezTo>
                    <a:pt x="715" y="827"/>
                    <a:pt x="803" y="454"/>
                    <a:pt x="814" y="443"/>
                  </a:cubicBezTo>
                  <a:cubicBezTo>
                    <a:pt x="858" y="256"/>
                    <a:pt x="748" y="58"/>
                    <a:pt x="561" y="14"/>
                  </a:cubicBezTo>
                  <a:cubicBezTo>
                    <a:pt x="529" y="5"/>
                    <a:pt x="496" y="0"/>
                    <a:pt x="465" y="0"/>
                  </a:cubicBezTo>
                  <a:close/>
                </a:path>
              </a:pathLst>
            </a:custGeom>
            <a:solidFill>
              <a:srgbClr val="000000">
                <a:alpha val="26420"/>
              </a:srgbClr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>
                <a:buClr>
                  <a:srgbClr val="000000"/>
                </a:buClr>
                <a:buFont typeface="Arial"/>
                <a:buNone/>
              </a:pPr>
              <a:endParaRPr sz="1867" kern="0">
                <a:solidFill>
                  <a:srgbClr val="000000"/>
                </a:solidFill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150543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40"/>
          <p:cNvSpPr txBox="1">
            <a:spLocks noGrp="1"/>
          </p:cNvSpPr>
          <p:nvPr>
            <p:ph type="title"/>
          </p:nvPr>
        </p:nvSpPr>
        <p:spPr>
          <a:xfrm>
            <a:off x="950967" y="694567"/>
            <a:ext cx="10290000" cy="9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4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dung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9" name="Google Shape;1739;p40"/>
          <p:cNvSpPr txBox="1">
            <a:spLocks noGrp="1"/>
          </p:cNvSpPr>
          <p:nvPr>
            <p:ph type="subTitle" idx="1"/>
          </p:nvPr>
        </p:nvSpPr>
        <p:spPr>
          <a:xfrm>
            <a:off x="2411301" y="1638567"/>
            <a:ext cx="3292400" cy="10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 smtClean="0"/>
              <a:t>Tổng quan đê tài và mục tiêu đề tài</a:t>
            </a:r>
            <a:endParaRPr dirty="0"/>
          </a:p>
        </p:txBody>
      </p:sp>
      <p:sp>
        <p:nvSpPr>
          <p:cNvPr id="1740" name="Google Shape;1740;p40"/>
          <p:cNvSpPr txBox="1">
            <a:spLocks noGrp="1"/>
          </p:cNvSpPr>
          <p:nvPr>
            <p:ph type="title" idx="2"/>
          </p:nvPr>
        </p:nvSpPr>
        <p:spPr>
          <a:xfrm>
            <a:off x="1173134" y="1638567"/>
            <a:ext cx="1168400" cy="82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1741" name="Google Shape;1741;p40"/>
          <p:cNvSpPr txBox="1">
            <a:spLocks noGrp="1"/>
          </p:cNvSpPr>
          <p:nvPr>
            <p:ph type="subTitle" idx="3"/>
          </p:nvPr>
        </p:nvSpPr>
        <p:spPr>
          <a:xfrm>
            <a:off x="2411301" y="3712932"/>
            <a:ext cx="3292400" cy="10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 smtClean="0"/>
              <a:t>Soak testing là gì</a:t>
            </a:r>
            <a:endParaRPr dirty="0"/>
          </a:p>
        </p:txBody>
      </p:sp>
      <p:sp>
        <p:nvSpPr>
          <p:cNvPr id="1742" name="Google Shape;1742;p40"/>
          <p:cNvSpPr txBox="1">
            <a:spLocks noGrp="1"/>
          </p:cNvSpPr>
          <p:nvPr>
            <p:ph type="title" idx="4"/>
          </p:nvPr>
        </p:nvSpPr>
        <p:spPr>
          <a:xfrm>
            <a:off x="1173134" y="3712932"/>
            <a:ext cx="1168400" cy="82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1743" name="Google Shape;1743;p40"/>
          <p:cNvSpPr txBox="1">
            <a:spLocks noGrp="1"/>
          </p:cNvSpPr>
          <p:nvPr>
            <p:ph type="subTitle" idx="5"/>
          </p:nvPr>
        </p:nvSpPr>
        <p:spPr>
          <a:xfrm>
            <a:off x="7827367" y="1638567"/>
            <a:ext cx="3413600" cy="10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 smtClean="0"/>
              <a:t>Công nghệ sử dụng và công cụ giám sát</a:t>
            </a:r>
            <a:endParaRPr dirty="0"/>
          </a:p>
        </p:txBody>
      </p:sp>
      <p:sp>
        <p:nvSpPr>
          <p:cNvPr id="1744" name="Google Shape;1744;p40"/>
          <p:cNvSpPr txBox="1">
            <a:spLocks noGrp="1"/>
          </p:cNvSpPr>
          <p:nvPr>
            <p:ph type="title" idx="6"/>
          </p:nvPr>
        </p:nvSpPr>
        <p:spPr>
          <a:xfrm>
            <a:off x="6589201" y="1638567"/>
            <a:ext cx="1168400" cy="82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1745" name="Google Shape;1745;p40"/>
          <p:cNvSpPr txBox="1">
            <a:spLocks noGrp="1"/>
          </p:cNvSpPr>
          <p:nvPr>
            <p:ph type="subTitle" idx="7"/>
          </p:nvPr>
        </p:nvSpPr>
        <p:spPr>
          <a:xfrm>
            <a:off x="7827367" y="3712932"/>
            <a:ext cx="3413600" cy="10468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 smtClean="0"/>
              <a:t>Memory leak</a:t>
            </a:r>
            <a:endParaRPr dirty="0"/>
          </a:p>
        </p:txBody>
      </p:sp>
      <p:sp>
        <p:nvSpPr>
          <p:cNvPr id="1746" name="Google Shape;1746;p40"/>
          <p:cNvSpPr txBox="1">
            <a:spLocks noGrp="1"/>
          </p:cNvSpPr>
          <p:nvPr>
            <p:ph type="title" idx="8"/>
          </p:nvPr>
        </p:nvSpPr>
        <p:spPr>
          <a:xfrm>
            <a:off x="6589201" y="3712932"/>
            <a:ext cx="1168400" cy="8208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cxnSp>
        <p:nvCxnSpPr>
          <p:cNvPr id="1747" name="Google Shape;1747;p40"/>
          <p:cNvCxnSpPr/>
          <p:nvPr/>
        </p:nvCxnSpPr>
        <p:spPr>
          <a:xfrm>
            <a:off x="1211934" y="2643202"/>
            <a:ext cx="109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8" name="Google Shape;1748;p40"/>
          <p:cNvCxnSpPr/>
          <p:nvPr/>
        </p:nvCxnSpPr>
        <p:spPr>
          <a:xfrm>
            <a:off x="1211934" y="4717586"/>
            <a:ext cx="109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49" name="Google Shape;1749;p40"/>
          <p:cNvCxnSpPr/>
          <p:nvPr/>
        </p:nvCxnSpPr>
        <p:spPr>
          <a:xfrm>
            <a:off x="6628001" y="2643202"/>
            <a:ext cx="109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50" name="Google Shape;1750;p40"/>
          <p:cNvCxnSpPr/>
          <p:nvPr/>
        </p:nvCxnSpPr>
        <p:spPr>
          <a:xfrm>
            <a:off x="6628001" y="4717586"/>
            <a:ext cx="109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Google Shape;1741;p40"/>
          <p:cNvSpPr txBox="1">
            <a:spLocks/>
          </p:cNvSpPr>
          <p:nvPr/>
        </p:nvSpPr>
        <p:spPr>
          <a:xfrm>
            <a:off x="2450101" y="5489897"/>
            <a:ext cx="3292400" cy="1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2933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pPr marL="0" indent="0"/>
            <a:r>
              <a:rPr lang="en-US" kern="0" dirty="0" err="1" smtClean="0"/>
              <a:t>Kịch</a:t>
            </a:r>
            <a:r>
              <a:rPr lang="en-US" kern="0" dirty="0" smtClean="0"/>
              <a:t> </a:t>
            </a:r>
            <a:r>
              <a:rPr lang="en-US" kern="0" dirty="0" err="1" smtClean="0"/>
              <a:t>bản</a:t>
            </a:r>
            <a:r>
              <a:rPr lang="en-US" kern="0" dirty="0" smtClean="0"/>
              <a:t> </a:t>
            </a:r>
            <a:r>
              <a:rPr lang="en-US" kern="0" dirty="0" err="1" smtClean="0"/>
              <a:t>thao</a:t>
            </a:r>
            <a:r>
              <a:rPr lang="en-US" kern="0" dirty="0" smtClean="0"/>
              <a:t> tác</a:t>
            </a:r>
            <a:endParaRPr lang="en-US" kern="0" dirty="0"/>
          </a:p>
        </p:txBody>
      </p:sp>
      <p:sp>
        <p:nvSpPr>
          <p:cNvPr id="16" name="Google Shape;1742;p40"/>
          <p:cNvSpPr txBox="1">
            <a:spLocks/>
          </p:cNvSpPr>
          <p:nvPr/>
        </p:nvSpPr>
        <p:spPr>
          <a:xfrm>
            <a:off x="1211934" y="5489897"/>
            <a:ext cx="11684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5867" b="0" i="0" u="none" strike="noStrike" cap="none">
                <a:solidFill>
                  <a:schemeClr val="lt2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r>
              <a:rPr lang="en" kern="0" dirty="0" smtClean="0"/>
              <a:t>05</a:t>
            </a:r>
            <a:endParaRPr lang="en" kern="0" dirty="0"/>
          </a:p>
        </p:txBody>
      </p:sp>
      <p:sp>
        <p:nvSpPr>
          <p:cNvPr id="17" name="Google Shape;1745;p40"/>
          <p:cNvSpPr txBox="1">
            <a:spLocks/>
          </p:cNvSpPr>
          <p:nvPr/>
        </p:nvSpPr>
        <p:spPr>
          <a:xfrm>
            <a:off x="7866167" y="5489897"/>
            <a:ext cx="3413600" cy="10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2933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1pPr>
            <a:lvl2pPr marL="914400" marR="0" lvl="1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2pPr>
            <a:lvl3pPr marL="1371600" marR="0" lvl="2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5pPr>
            <a:lvl6pPr marL="2743200" marR="0" lvl="5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6pPr>
            <a:lvl7pPr marL="3200400" marR="0" lvl="6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7pPr>
            <a:lvl8pPr marL="3657600" marR="0" lvl="7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8pPr>
            <a:lvl9pPr marL="4114800" marR="0" lvl="8" indent="-304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nrope SemiBold"/>
              <a:buNone/>
              <a:defRPr sz="3200" b="0" i="0" u="none" strike="noStrike" cap="none">
                <a:solidFill>
                  <a:schemeClr val="dk1"/>
                </a:solidFill>
                <a:latin typeface="Manrope SemiBold"/>
                <a:ea typeface="Manrope SemiBold"/>
                <a:cs typeface="Manrope SemiBold"/>
                <a:sym typeface="Manrope SemiBold"/>
              </a:defRPr>
            </a:lvl9pPr>
          </a:lstStyle>
          <a:p>
            <a:pPr marL="0" indent="0"/>
            <a:r>
              <a:rPr lang="en-US" kern="0" dirty="0" err="1" smtClean="0"/>
              <a:t>Quá</a:t>
            </a:r>
            <a:r>
              <a:rPr lang="en-US" kern="0" dirty="0" smtClean="0"/>
              <a:t> </a:t>
            </a:r>
            <a:r>
              <a:rPr lang="en-US" kern="0" dirty="0" err="1" smtClean="0"/>
              <a:t>trình</a:t>
            </a:r>
            <a:r>
              <a:rPr lang="en-US" kern="0" dirty="0" smtClean="0"/>
              <a:t> test và </a:t>
            </a:r>
            <a:r>
              <a:rPr lang="en-US" kern="0" dirty="0" err="1" smtClean="0"/>
              <a:t>ghi</a:t>
            </a:r>
            <a:r>
              <a:rPr lang="en-US" kern="0" dirty="0" smtClean="0"/>
              <a:t> </a:t>
            </a:r>
            <a:r>
              <a:rPr lang="en-US" kern="0" dirty="0" err="1" smtClean="0"/>
              <a:t>nhận</a:t>
            </a:r>
            <a:r>
              <a:rPr lang="en-US" kern="0" dirty="0" smtClean="0"/>
              <a:t> </a:t>
            </a:r>
            <a:r>
              <a:rPr lang="en-US" kern="0" dirty="0" err="1" smtClean="0"/>
              <a:t>số</a:t>
            </a:r>
            <a:r>
              <a:rPr lang="en-US" kern="0" dirty="0" smtClean="0"/>
              <a:t> </a:t>
            </a:r>
            <a:r>
              <a:rPr lang="en-US" kern="0" dirty="0" err="1" smtClean="0"/>
              <a:t>liệu</a:t>
            </a:r>
            <a:endParaRPr lang="en-US" kern="0" dirty="0"/>
          </a:p>
        </p:txBody>
      </p:sp>
      <p:sp>
        <p:nvSpPr>
          <p:cNvPr id="18" name="Google Shape;1746;p40"/>
          <p:cNvSpPr txBox="1">
            <a:spLocks/>
          </p:cNvSpPr>
          <p:nvPr/>
        </p:nvSpPr>
        <p:spPr>
          <a:xfrm>
            <a:off x="6628001" y="5489897"/>
            <a:ext cx="11684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5867" b="0" i="0" u="none" strike="noStrike" cap="none">
                <a:solidFill>
                  <a:schemeClr val="lt2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Manrope Medium"/>
              <a:buNone/>
              <a:defRPr sz="6133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r>
              <a:rPr lang="en" kern="0" dirty="0" smtClean="0"/>
              <a:t>06</a:t>
            </a:r>
            <a:endParaRPr lang="en" kern="0" dirty="0"/>
          </a:p>
        </p:txBody>
      </p:sp>
      <p:cxnSp>
        <p:nvCxnSpPr>
          <p:cNvPr id="19" name="Google Shape;1748;p40"/>
          <p:cNvCxnSpPr/>
          <p:nvPr/>
        </p:nvCxnSpPr>
        <p:spPr>
          <a:xfrm>
            <a:off x="1250734" y="6494551"/>
            <a:ext cx="109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" name="Google Shape;1750;p40"/>
          <p:cNvCxnSpPr/>
          <p:nvPr/>
        </p:nvCxnSpPr>
        <p:spPr>
          <a:xfrm>
            <a:off x="6666801" y="6494551"/>
            <a:ext cx="1090800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698842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729;p39"/>
          <p:cNvSpPr txBox="1">
            <a:spLocks/>
          </p:cNvSpPr>
          <p:nvPr/>
        </p:nvSpPr>
        <p:spPr>
          <a:xfrm>
            <a:off x="914153" y="187968"/>
            <a:ext cx="102900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914153" y="1131968"/>
            <a:ext cx="9616440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Bối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cảnh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GymManagement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WinForms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chạy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máy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local và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làm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việc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Server local instance.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vận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được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nhập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xem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sửa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xóa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nên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đảm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ổn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hạn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Vấn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cần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Nghi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ngờ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xảy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memory leak / connection leak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thao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tác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nhiều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lần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biệt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các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màn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CRUD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Nếu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leak, RAM/handles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thể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dần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giảm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năng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đơ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hoặc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crash.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Giải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pháp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tiếp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cận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Soak Test 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(test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bền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CRUD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lặp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lại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trong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thời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gian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dài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Theo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các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chỉ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số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kumimoji="0" lang="en-US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RAM, CPU, Handles, Threads, và SQL connections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xu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hướng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tăng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bất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thường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68905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729;p39"/>
          <p:cNvSpPr txBox="1">
            <a:spLocks/>
          </p:cNvSpPr>
          <p:nvPr/>
        </p:nvSpPr>
        <p:spPr>
          <a:xfrm>
            <a:off x="914153" y="187968"/>
            <a:ext cx="102900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và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đề</a:t>
            </a:r>
            <a:r>
              <a:rPr lang="en-US" b="1" kern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kern="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tài</a:t>
            </a:r>
            <a:endParaRPr lang="en-US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914153" y="993409"/>
            <a:ext cx="961644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Mục</a:t>
            </a:r>
            <a:r>
              <a:rPr kumimoji="0" lang="en-US" sz="24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sz="2400" b="1" i="0" u="none" strike="noStrike" cap="none" normalizeH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Kiểm tra độ ổn định dài hạn khi thực hiện CRUD lặp lại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Phát hiện dấu hiệu memory/resource leak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Thu thập định kỳ: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RAM (MB) &amp; RAM growth (MB/giờ)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CPU (%), Handles, Threads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SQL Active/Sleeping sessions</a:t>
            </a:r>
            <a:endParaRPr kumimoji="0" lang="en-US" sz="24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vi-VN" sz="24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Kết luận Pass/Fail theo tiêu chí đã đặt ra và đề xuất bước xử lý tiếp theo</a:t>
            </a:r>
            <a:endParaRPr kumimoji="0" lang="en-US" sz="18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2019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9"/>
          <p:cNvSpPr txBox="1">
            <a:spLocks noGrp="1"/>
          </p:cNvSpPr>
          <p:nvPr>
            <p:ph type="title"/>
          </p:nvPr>
        </p:nvSpPr>
        <p:spPr>
          <a:xfrm>
            <a:off x="1055453" y="237367"/>
            <a:ext cx="10290000" cy="9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Công nghệ sử dụng và công cụ giám sát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1522" y="2030863"/>
            <a:ext cx="2757862" cy="22210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76" name="Picture 4" descr="Tìm hiểu Microsoft Visual Studio: Công cụ lập trình đắc lực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" y="2030863"/>
            <a:ext cx="3331645" cy="222109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Windows 8 Task Manager Icon by scritperkid2 on DeviantArt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526" y="2030863"/>
            <a:ext cx="2845441" cy="228711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496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9"/>
          <p:cNvSpPr txBox="1">
            <a:spLocks noGrp="1"/>
          </p:cNvSpPr>
          <p:nvPr>
            <p:ph type="title"/>
          </p:nvPr>
        </p:nvSpPr>
        <p:spPr>
          <a:xfrm>
            <a:off x="1055453" y="237367"/>
            <a:ext cx="10290000" cy="9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Soak testing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là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gì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83012" y="975360"/>
            <a:ext cx="109384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800" b="1" dirty="0" smtClean="0">
                <a:latin typeface="+mj-lt"/>
              </a:rPr>
              <a:t>Soak testing (Endurance/Longevity testing): </a:t>
            </a:r>
            <a:r>
              <a:rPr lang="vi-VN" sz="2800" dirty="0" smtClean="0">
                <a:latin typeface="+mj-lt"/>
              </a:rPr>
              <a:t>chạy hệ thống dưới tải liên tục trong thời gian dài để quan sát ổn định và xu hướng tiêu thụ tài nguyên.</a:t>
            </a:r>
            <a:endParaRPr lang="en-US" sz="2800" dirty="0" smtClean="0">
              <a:latin typeface="+mj-lt"/>
            </a:endParaRPr>
          </a:p>
          <a:p>
            <a:r>
              <a:rPr lang="vi-VN" sz="2800" b="1" dirty="0" smtClean="0">
                <a:latin typeface="+mj-lt"/>
              </a:rPr>
              <a:t>Mục tiêu: </a:t>
            </a:r>
            <a:r>
              <a:rPr lang="vi-VN" sz="2800" dirty="0" smtClean="0">
                <a:latin typeface="+mj-lt"/>
              </a:rPr>
              <a:t>phát hiện lỗi “chỉ lòi ra khi chạy lâu” như memory leak, resource exhaustion, performance drift.</a:t>
            </a:r>
            <a:endParaRPr lang="en-US" sz="2800" dirty="0"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3177" y="2790882"/>
            <a:ext cx="7266583" cy="40671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431303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9"/>
          <p:cNvSpPr txBox="1">
            <a:spLocks noGrp="1"/>
          </p:cNvSpPr>
          <p:nvPr>
            <p:ph type="title"/>
          </p:nvPr>
        </p:nvSpPr>
        <p:spPr>
          <a:xfrm>
            <a:off x="1055453" y="237367"/>
            <a:ext cx="10290000" cy="9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leak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8252" y="929640"/>
            <a:ext cx="109384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latin typeface="+mj-lt"/>
              </a:rPr>
              <a:t>Memory leak là gì?</a:t>
            </a:r>
            <a:endParaRPr lang="en-US" sz="2400" b="1" dirty="0" smtClean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Chương trình dùng RAM tăng dần theo thời gian vì “giữ lại” dữ liệu không cần nữa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Chạy càng lâu </a:t>
            </a:r>
            <a:r>
              <a:rPr lang="en-US" sz="24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vi-VN" sz="2400" dirty="0" smtClean="0">
                <a:latin typeface="+mj-lt"/>
              </a:rPr>
              <a:t> RAM càng đầy </a:t>
            </a:r>
            <a:r>
              <a:rPr lang="en-US" sz="24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vi-VN" sz="2400" dirty="0" smtClean="0">
                <a:latin typeface="+mj-lt"/>
              </a:rPr>
              <a:t> chậm dần / treo / crash (OOM)</a:t>
            </a:r>
            <a:endParaRPr lang="en-US" sz="2400" dirty="0" smtClean="0">
              <a:latin typeface="+mj-lt"/>
            </a:endParaRPr>
          </a:p>
          <a:p>
            <a:r>
              <a:rPr lang="vi-VN" sz="2400" b="1" dirty="0" smtClean="0">
                <a:latin typeface="+mj-lt"/>
              </a:rPr>
              <a:t>Dấu hiệu khi soak test</a:t>
            </a:r>
            <a:endParaRPr lang="en-US" sz="2400" b="1" dirty="0" smtClean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RAM tăng đều và không giảm về mức ổn định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Sau vài giờ: phản hồi chậm hơn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Nguyên nhân hay gặp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Cache/list phình ra mà không giới hạn</a:t>
            </a:r>
            <a:endParaRPr lang="en-US" sz="2400" dirty="0" smtClean="0">
              <a:latin typeface="+mj-lt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Không giải phóng tài nguyên (object/reference bị giữ lại)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155436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9"/>
          <p:cNvSpPr txBox="1">
            <a:spLocks noGrp="1"/>
          </p:cNvSpPr>
          <p:nvPr>
            <p:ph type="title"/>
          </p:nvPr>
        </p:nvSpPr>
        <p:spPr>
          <a:xfrm>
            <a:off x="1055453" y="237367"/>
            <a:ext cx="10290000" cy="9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Connection leak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98252" y="929640"/>
            <a:ext cx="10938427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 smtClean="0">
                <a:latin typeface="+mj-lt"/>
              </a:rPr>
              <a:t>Connection leak là gì?</a:t>
            </a:r>
            <a:endParaRPr lang="en-US" sz="2400" b="1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Ứng dụng mở kết nối DB/API nhưng không đóng / không trả về pool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Kết nối bị giữ lại </a:t>
            </a:r>
            <a:r>
              <a:rPr lang="en-US" sz="24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vi-VN" sz="2400" dirty="0" smtClean="0">
                <a:latin typeface="+mj-lt"/>
              </a:rPr>
              <a:t> pool cạn </a:t>
            </a:r>
            <a:r>
              <a:rPr lang="en-US" sz="2400" dirty="0" smtClean="0">
                <a:latin typeface="+mj-lt"/>
                <a:sym typeface="Wingdings" panose="05000000000000000000" pitchFamily="2" charset="2"/>
              </a:rPr>
              <a:t></a:t>
            </a:r>
            <a:r>
              <a:rPr lang="vi-VN" sz="2400" dirty="0" smtClean="0">
                <a:latin typeface="+mj-lt"/>
              </a:rPr>
              <a:t> request timeout</a:t>
            </a:r>
            <a:endParaRPr lang="en-US" sz="2400" dirty="0" smtClean="0">
              <a:latin typeface="+mj-lt"/>
            </a:endParaRPr>
          </a:p>
          <a:p>
            <a:r>
              <a:rPr lang="vi-VN" sz="2400" b="1" dirty="0" smtClean="0">
                <a:latin typeface="+mj-lt"/>
              </a:rPr>
              <a:t>Dấu hiệu khi soak test</a:t>
            </a:r>
            <a:endParaRPr lang="en-US" sz="2400" b="1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Số connection tăng dần theo thời gian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Bắt đầu xuất hiện: timeout, error “cannot get connection”, hệ thống chậm</a:t>
            </a:r>
            <a:endParaRPr lang="en-US" sz="2400" dirty="0" smtClean="0">
              <a:latin typeface="+mj-lt"/>
            </a:endParaRPr>
          </a:p>
          <a:p>
            <a:r>
              <a:rPr lang="vi-VN" sz="2400" b="1" dirty="0" smtClean="0">
                <a:latin typeface="+mj-lt"/>
              </a:rPr>
              <a:t>Nguyên nhân hay gặp</a:t>
            </a:r>
            <a:endParaRPr lang="en-US" sz="2400" b="1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Quên close() / quên finally / lỗi exception làm không đóng được</a:t>
            </a:r>
            <a:endParaRPr lang="en-US" sz="2400" dirty="0" smtClean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vi-VN" sz="2400" dirty="0" smtClean="0">
                <a:latin typeface="+mj-lt"/>
              </a:rPr>
              <a:t>Code mở nhiều connection nhưng không quản lý vòng đời</a:t>
            </a:r>
            <a:endParaRPr 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0403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39"/>
          <p:cNvSpPr txBox="1">
            <a:spLocks noGrp="1"/>
          </p:cNvSpPr>
          <p:nvPr>
            <p:ph type="title"/>
          </p:nvPr>
        </p:nvSpPr>
        <p:spPr>
          <a:xfrm>
            <a:off x="796373" y="975359"/>
            <a:ext cx="10290000" cy="44984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kế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test case (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kỹ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thuật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dựa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kịch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bản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và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tiến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hành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thực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endParaRPr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012" y="1562367"/>
            <a:ext cx="11881521" cy="475040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729;p39"/>
          <p:cNvSpPr txBox="1">
            <a:spLocks/>
          </p:cNvSpPr>
          <p:nvPr/>
        </p:nvSpPr>
        <p:spPr>
          <a:xfrm>
            <a:off x="1055453" y="237367"/>
            <a:ext cx="10290000" cy="9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Manrope Medium"/>
              <a:buNone/>
              <a:defRPr sz="3200" b="0" i="0" u="none" strike="noStrike" cap="none">
                <a:solidFill>
                  <a:schemeClr val="dk1"/>
                </a:solidFill>
                <a:latin typeface="Manrope Medium"/>
                <a:ea typeface="Manrope Medium"/>
                <a:cs typeface="Manrope Medium"/>
                <a:sym typeface="Manrope Medium"/>
              </a:defRPr>
            </a:lvl9pPr>
          </a:lstStyle>
          <a:p>
            <a:r>
              <a:rPr lang="en-US" b="1" kern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Kịch bản thao tác</a:t>
            </a:r>
            <a:endParaRPr lang="en-US" b="1" kern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5768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2" name="Google Shape;2562;p71"/>
          <p:cNvSpPr txBox="1">
            <a:spLocks noGrp="1"/>
          </p:cNvSpPr>
          <p:nvPr>
            <p:ph type="title"/>
          </p:nvPr>
        </p:nvSpPr>
        <p:spPr>
          <a:xfrm>
            <a:off x="696134" y="2118633"/>
            <a:ext cx="10666410" cy="9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Cảm ơn thầy đã lắng nghe buổi báo cáo</a:t>
            </a:r>
            <a:endParaRPr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6380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usiness Cost Analysis by Slidesgo">
  <a:themeElements>
    <a:clrScheme name="Simple Light">
      <a:dk1>
        <a:srgbClr val="261E17"/>
      </a:dk1>
      <a:lt1>
        <a:srgbClr val="F2EDE4"/>
      </a:lt1>
      <a:dk2>
        <a:srgbClr val="BFAD8A"/>
      </a:dk2>
      <a:lt2>
        <a:srgbClr val="8C7B23"/>
      </a:lt2>
      <a:accent1>
        <a:srgbClr val="15400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usiness Cost Analysis by Slidesgo">
  <a:themeElements>
    <a:clrScheme name="Simple Light">
      <a:dk1>
        <a:srgbClr val="261E17"/>
      </a:dk1>
      <a:lt1>
        <a:srgbClr val="F2EDE4"/>
      </a:lt1>
      <a:dk2>
        <a:srgbClr val="BFAD8A"/>
      </a:dk2>
      <a:lt2>
        <a:srgbClr val="8C7B23"/>
      </a:lt2>
      <a:accent1>
        <a:srgbClr val="15400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Business Cost Analysis by Slidesgo">
  <a:themeElements>
    <a:clrScheme name="Simple Light">
      <a:dk1>
        <a:srgbClr val="261E17"/>
      </a:dk1>
      <a:lt1>
        <a:srgbClr val="F2EDE4"/>
      </a:lt1>
      <a:dk2>
        <a:srgbClr val="BFAD8A"/>
      </a:dk2>
      <a:lt2>
        <a:srgbClr val="8C7B23"/>
      </a:lt2>
      <a:accent1>
        <a:srgbClr val="15400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1E1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695</TotalTime>
  <Words>573</Words>
  <Application>Microsoft Office PowerPoint</Application>
  <PresentationFormat>Widescreen</PresentationFormat>
  <Paragraphs>64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2" baseType="lpstr">
      <vt:lpstr>Arial</vt:lpstr>
      <vt:lpstr>Calibri</vt:lpstr>
      <vt:lpstr>Inter</vt:lpstr>
      <vt:lpstr>Manrope</vt:lpstr>
      <vt:lpstr>Manrope Medium</vt:lpstr>
      <vt:lpstr>Manrope SemiBold</vt:lpstr>
      <vt:lpstr>Red Hat Display</vt:lpstr>
      <vt:lpstr>Times New Roman</vt:lpstr>
      <vt:lpstr>Wingdings</vt:lpstr>
      <vt:lpstr>Business Cost Analysis by Slidesgo</vt:lpstr>
      <vt:lpstr>1_Business Cost Analysis by Slidesgo</vt:lpstr>
      <vt:lpstr>2_Business Cost Analysis by Slidesgo</vt:lpstr>
      <vt:lpstr>Kiểm thử phần mềm  Soak testing (chạy dài) để tìm memory leak/connection leak.</vt:lpstr>
      <vt:lpstr>Nội dung</vt:lpstr>
      <vt:lpstr>PowerPoint Presentation</vt:lpstr>
      <vt:lpstr>PowerPoint Presentation</vt:lpstr>
      <vt:lpstr>Công nghệ sử dụng và công cụ giám sát</vt:lpstr>
      <vt:lpstr>Soak testing là gì?</vt:lpstr>
      <vt:lpstr>Memory leak</vt:lpstr>
      <vt:lpstr>Connection leak</vt:lpstr>
      <vt:lpstr>Thiết kế test case (kỹ thuật dựa trên kịch bản) và tiến hành thực hiện</vt:lpstr>
      <vt:lpstr>Cảm ơn thầy đã lắng nghe buổi báo cáo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Kiểm thử phần mềm  Soak testing (chạy dài) để tìm memory leak/connection leak.</dc:title>
  <dc:creator>nhung</dc:creator>
  <cp:lastModifiedBy>nhung</cp:lastModifiedBy>
  <cp:revision>33</cp:revision>
  <dcterms:created xsi:type="dcterms:W3CDTF">2026-02-03T01:31:46Z</dcterms:created>
  <dcterms:modified xsi:type="dcterms:W3CDTF">2026-03-18T10:20:49Z</dcterms:modified>
</cp:coreProperties>
</file>